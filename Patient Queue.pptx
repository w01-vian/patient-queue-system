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9" r:id="rId2"/>
    <p:sldMasterId id="2147483672"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39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grpSp>
        <p:nvGrpSpPr>
          <p:cNvPr id="8" name="Google Shape;9;p2"/>
          <p:cNvGrpSpPr/>
          <p:nvPr/>
        </p:nvGrpSpPr>
        <p:grpSpPr>
          <a:xfrm>
            <a:off x="0" y="0"/>
            <a:ext cx="9143640" cy="228240"/>
            <a:chOff x="0" y="0"/>
            <a:chExt cx="9143640" cy="228240"/>
          </a:xfrm>
        </p:grpSpPr>
        <p:sp>
          <p:nvSpPr>
            <p:cNvPr id="9" name="Google Shape;10;p2"/>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 name="Google Shape;11;p2"/>
            <p:cNvGrpSpPr/>
            <p:nvPr/>
          </p:nvGrpSpPr>
          <p:grpSpPr>
            <a:xfrm>
              <a:off x="228600" y="75240"/>
              <a:ext cx="339120" cy="77760"/>
              <a:chOff x="228600" y="75240"/>
              <a:chExt cx="339120" cy="77760"/>
            </a:xfrm>
          </p:grpSpPr>
          <p:sp>
            <p:nvSpPr>
              <p:cNvPr id="3" name="Google Shape;12;p2"/>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4" name="Google Shape;13;p2"/>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5" name="Google Shape;14;p2"/>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6" name="PlaceHolder 1"/>
          <p:cNvSpPr>
            <a:spLocks noGrp="1"/>
          </p:cNvSpPr>
          <p:nvPr>
            <p:ph type="title"/>
          </p:nvPr>
        </p:nvSpPr>
        <p:spPr>
          <a:xfrm>
            <a:off x="228600" y="1854000"/>
            <a:ext cx="5257440" cy="2400840"/>
          </a:xfrm>
          <a:prstGeom prst="rect">
            <a:avLst/>
          </a:prstGeom>
          <a:noFill/>
          <a:ln w="0">
            <a:noFill/>
          </a:ln>
        </p:spPr>
        <p:txBody>
          <a:bodyPr lIns="91440" tIns="91440" rIns="91440" bIns="91440" anchor="b">
            <a:noAutofit/>
          </a:bodyPr>
          <a:lstStyle/>
          <a:p>
            <a:pPr indent="0">
              <a:buNone/>
            </a:pPr>
            <a:r>
              <a:rPr lang="fr-FR" sz="7200" b="0" u="none" strike="noStrike">
                <a:solidFill>
                  <a:schemeClr val="dk1"/>
                </a:solidFill>
                <a:effectLst/>
                <a:uFillTx/>
                <a:latin typeface="Arial"/>
              </a:rPr>
              <a:t>Click to edit the title text format</a:t>
            </a:r>
          </a:p>
        </p:txBody>
      </p:sp>
      <p:sp>
        <p:nvSpPr>
          <p:cNvPr id="7" name="PlaceHolder 2"/>
          <p:cNvSpPr>
            <a:spLocks noGrp="1"/>
          </p:cNvSpPr>
          <p:nvPr>
            <p:ph type="body"/>
          </p:nvPr>
        </p:nvSpPr>
        <p:spPr>
          <a:xfrm>
            <a:off x="6341040" y="1006920"/>
            <a:ext cx="2573640" cy="3907800"/>
          </a:xfrm>
          <a:prstGeom prst="rect">
            <a:avLst/>
          </a:prstGeom>
          <a:noFill/>
          <a:ln w="0">
            <a:noFill/>
          </a:ln>
        </p:spPr>
        <p:txBody>
          <a:bodyPr lIns="90000" tIns="45000" rIns="90000" bIns="45000" anchor="t">
            <a:normAutofit fontScale="40000" lnSpcReduction="19999"/>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grpSp>
        <p:nvGrpSpPr>
          <p:cNvPr id="8" name="Google Shape;90;p11"/>
          <p:cNvGrpSpPr/>
          <p:nvPr/>
        </p:nvGrpSpPr>
        <p:grpSpPr>
          <a:xfrm>
            <a:off x="0" y="0"/>
            <a:ext cx="9143640" cy="228240"/>
            <a:chOff x="0" y="0"/>
            <a:chExt cx="9143640" cy="228240"/>
          </a:xfrm>
        </p:grpSpPr>
        <p:sp>
          <p:nvSpPr>
            <p:cNvPr id="9" name="Google Shape;91;p11"/>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 name="Google Shape;92;p11"/>
            <p:cNvGrpSpPr/>
            <p:nvPr/>
          </p:nvGrpSpPr>
          <p:grpSpPr>
            <a:xfrm>
              <a:off x="228600" y="75240"/>
              <a:ext cx="339120" cy="77760"/>
              <a:chOff x="228600" y="75240"/>
              <a:chExt cx="339120" cy="77760"/>
            </a:xfrm>
          </p:grpSpPr>
          <p:sp>
            <p:nvSpPr>
              <p:cNvPr id="11" name="Google Shape;93;p11"/>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2" name="Google Shape;94;p11"/>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3" name="Google Shape;95;p11"/>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14" name="PlaceHolder 1"/>
          <p:cNvSpPr>
            <a:spLocks noGrp="1"/>
          </p:cNvSpPr>
          <p:nvPr>
            <p:ph type="title"/>
          </p:nvPr>
        </p:nvSpPr>
        <p:spPr>
          <a:xfrm>
            <a:off x="1284120" y="1953000"/>
            <a:ext cx="6575760" cy="799200"/>
          </a:xfrm>
          <a:prstGeom prst="rect">
            <a:avLst/>
          </a:prstGeom>
          <a:noFill/>
          <a:ln w="0">
            <a:noFill/>
          </a:ln>
        </p:spPr>
        <p:txBody>
          <a:bodyPr lIns="91440" tIns="91440" rIns="91440" bIns="91440" anchor="b">
            <a:noAutofit/>
          </a:bodyPr>
          <a:lstStyle/>
          <a:p>
            <a:pPr indent="0" algn="ctr">
              <a:lnSpc>
                <a:spcPct val="100000"/>
              </a:lnSpc>
              <a:buNone/>
            </a:pPr>
            <a:r>
              <a:rPr lang="fr-FR" sz="6000" b="1" u="none" strike="noStrike">
                <a:solidFill>
                  <a:schemeClr val="accent1"/>
                </a:solidFill>
                <a:effectLst/>
                <a:uFillTx/>
                <a:latin typeface="Space Grotesk"/>
                <a:ea typeface="Space Grotesk"/>
              </a:rPr>
              <a:t>xx%</a:t>
            </a:r>
            <a:endParaRPr lang="fr-FR" sz="6000" b="0" u="none" strike="noStrike">
              <a:solidFill>
                <a:schemeClr val="dk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_1_1_1_1_2_1">
    <p:bg>
      <p:bgPr>
        <a:solidFill>
          <a:schemeClr val="lt1"/>
        </a:solidFill>
        <a:effectLst/>
      </p:bgPr>
    </p:bg>
    <p:spTree>
      <p:nvGrpSpPr>
        <p:cNvPr id="1" name=""/>
        <p:cNvGrpSpPr/>
        <p:nvPr/>
      </p:nvGrpSpPr>
      <p:grpSpPr>
        <a:xfrm>
          <a:off x="0" y="0"/>
          <a:ext cx="0" cy="0"/>
          <a:chOff x="0" y="0"/>
          <a:chExt cx="0" cy="0"/>
        </a:xfrm>
      </p:grpSpPr>
      <p:grpSp>
        <p:nvGrpSpPr>
          <p:cNvPr id="15" name="Google Shape;100;p13"/>
          <p:cNvGrpSpPr/>
          <p:nvPr/>
        </p:nvGrpSpPr>
        <p:grpSpPr>
          <a:xfrm>
            <a:off x="0" y="0"/>
            <a:ext cx="9143640" cy="228240"/>
            <a:chOff x="0" y="0"/>
            <a:chExt cx="9143640" cy="228240"/>
          </a:xfrm>
        </p:grpSpPr>
        <p:sp>
          <p:nvSpPr>
            <p:cNvPr id="16" name="Google Shape;101;p13"/>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7" name="Google Shape;102;p13"/>
            <p:cNvGrpSpPr/>
            <p:nvPr/>
          </p:nvGrpSpPr>
          <p:grpSpPr>
            <a:xfrm>
              <a:off x="228600" y="75240"/>
              <a:ext cx="339120" cy="77760"/>
              <a:chOff x="228600" y="75240"/>
              <a:chExt cx="339120" cy="77760"/>
            </a:xfrm>
          </p:grpSpPr>
          <p:sp>
            <p:nvSpPr>
              <p:cNvPr id="18" name="Google Shape;103;p13"/>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9" name="Google Shape;104;p13"/>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20" name="Google Shape;105;p13"/>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21" name="PlaceHolder 1"/>
          <p:cNvSpPr>
            <a:spLocks noGrp="1"/>
          </p:cNvSpPr>
          <p:nvPr>
            <p:ph type="title"/>
          </p:nvPr>
        </p:nvSpPr>
        <p:spPr>
          <a:xfrm>
            <a:off x="228600" y="4339080"/>
            <a:ext cx="8686440" cy="57564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22" name="PlaceHolder 2"/>
          <p:cNvSpPr>
            <a:spLocks noGrp="1"/>
          </p:cNvSpPr>
          <p:nvPr>
            <p:ph type="title"/>
          </p:nvPr>
        </p:nvSpPr>
        <p:spPr>
          <a:xfrm>
            <a:off x="8462520" y="1887480"/>
            <a:ext cx="452520" cy="310320"/>
          </a:xfrm>
          <a:prstGeom prst="rect">
            <a:avLst/>
          </a:prstGeom>
          <a:solidFill>
            <a:schemeClr val="dk1"/>
          </a:solidFill>
          <a:ln w="0">
            <a:noFill/>
          </a:ln>
        </p:spPr>
        <p:txBody>
          <a:bodyPr lIns="91440" tIns="91440" rIns="91440" bIns="91440" anchor="ctr">
            <a:noAutofit/>
          </a:bodyPr>
          <a:lstStyle/>
          <a:p>
            <a:pPr indent="0" algn="ctr">
              <a:lnSpc>
                <a:spcPct val="100000"/>
              </a:lnSpc>
              <a:buNone/>
            </a:pPr>
            <a:r>
              <a:rPr lang="fr-FR" sz="1600" b="0" u="none" strike="noStrike">
                <a:solidFill>
                  <a:schemeClr val="lt1"/>
                </a:solidFill>
                <a:effectLst/>
                <a:uFillTx/>
                <a:latin typeface="IBM Plex Mono SemiBold"/>
                <a:ea typeface="IBM Plex Mono SemiBold"/>
              </a:rPr>
              <a:t>xx%</a:t>
            </a:r>
            <a:endParaRPr lang="fr-FR" sz="1600" b="0" u="none" strike="noStrike">
              <a:solidFill>
                <a:schemeClr val="dk1"/>
              </a:solidFill>
              <a:effectLst/>
              <a:uFillTx/>
              <a:latin typeface="Arial"/>
            </a:endParaRPr>
          </a:p>
        </p:txBody>
      </p:sp>
      <p:sp>
        <p:nvSpPr>
          <p:cNvPr id="23" name="PlaceHolder 3"/>
          <p:cNvSpPr>
            <a:spLocks noGrp="1"/>
          </p:cNvSpPr>
          <p:nvPr>
            <p:ph type="title"/>
          </p:nvPr>
        </p:nvSpPr>
        <p:spPr>
          <a:xfrm>
            <a:off x="8462520" y="924840"/>
            <a:ext cx="452520" cy="310320"/>
          </a:xfrm>
          <a:prstGeom prst="rect">
            <a:avLst/>
          </a:prstGeom>
          <a:solidFill>
            <a:schemeClr val="dk1"/>
          </a:solidFill>
          <a:ln w="0">
            <a:noFill/>
          </a:ln>
        </p:spPr>
        <p:txBody>
          <a:bodyPr lIns="91440" tIns="91440" rIns="91440" bIns="91440" anchor="ctr">
            <a:noAutofit/>
          </a:bodyPr>
          <a:lstStyle/>
          <a:p>
            <a:pPr indent="0" algn="ctr">
              <a:lnSpc>
                <a:spcPct val="100000"/>
              </a:lnSpc>
              <a:buNone/>
            </a:pPr>
            <a:r>
              <a:rPr lang="fr-FR" sz="1600" b="0" u="none" strike="noStrike">
                <a:solidFill>
                  <a:schemeClr val="lt1"/>
                </a:solidFill>
                <a:effectLst/>
                <a:uFillTx/>
                <a:latin typeface="IBM Plex Mono SemiBold"/>
                <a:ea typeface="IBM Plex Mono SemiBold"/>
              </a:rPr>
              <a:t>xx%</a:t>
            </a:r>
            <a:endParaRPr lang="fr-FR" sz="1600" b="0" u="none" strike="noStrike">
              <a:solidFill>
                <a:schemeClr val="dk1"/>
              </a:solidFill>
              <a:effectLst/>
              <a:uFillTx/>
              <a:latin typeface="Arial"/>
            </a:endParaRPr>
          </a:p>
        </p:txBody>
      </p:sp>
      <p:sp>
        <p:nvSpPr>
          <p:cNvPr id="24" name="PlaceHolder 4"/>
          <p:cNvSpPr>
            <a:spLocks noGrp="1"/>
          </p:cNvSpPr>
          <p:nvPr>
            <p:ph type="title"/>
          </p:nvPr>
        </p:nvSpPr>
        <p:spPr>
          <a:xfrm>
            <a:off x="8462520" y="2368800"/>
            <a:ext cx="452520" cy="310320"/>
          </a:xfrm>
          <a:prstGeom prst="rect">
            <a:avLst/>
          </a:prstGeom>
          <a:solidFill>
            <a:schemeClr val="dk1"/>
          </a:solidFill>
          <a:ln w="0">
            <a:noFill/>
          </a:ln>
        </p:spPr>
        <p:txBody>
          <a:bodyPr lIns="91440" tIns="91440" rIns="91440" bIns="91440" anchor="ctr">
            <a:noAutofit/>
          </a:bodyPr>
          <a:lstStyle/>
          <a:p>
            <a:pPr indent="0" algn="ctr">
              <a:lnSpc>
                <a:spcPct val="100000"/>
              </a:lnSpc>
              <a:buNone/>
            </a:pPr>
            <a:r>
              <a:rPr lang="fr-FR" sz="1600" b="0" u="none" strike="noStrike">
                <a:solidFill>
                  <a:schemeClr val="lt1"/>
                </a:solidFill>
                <a:effectLst/>
                <a:uFillTx/>
                <a:latin typeface="IBM Plex Mono SemiBold"/>
                <a:ea typeface="IBM Plex Mono SemiBold"/>
              </a:rPr>
              <a:t>xx%</a:t>
            </a:r>
            <a:endParaRPr lang="fr-FR" sz="1600" b="0" u="none" strike="noStrike">
              <a:solidFill>
                <a:schemeClr val="dk1"/>
              </a:solidFill>
              <a:effectLst/>
              <a:uFillTx/>
              <a:latin typeface="Arial"/>
            </a:endParaRPr>
          </a:p>
        </p:txBody>
      </p:sp>
      <p:sp>
        <p:nvSpPr>
          <p:cNvPr id="25" name="PlaceHolder 5"/>
          <p:cNvSpPr>
            <a:spLocks noGrp="1"/>
          </p:cNvSpPr>
          <p:nvPr>
            <p:ph type="title"/>
          </p:nvPr>
        </p:nvSpPr>
        <p:spPr>
          <a:xfrm>
            <a:off x="8462520" y="2850120"/>
            <a:ext cx="452520" cy="310320"/>
          </a:xfrm>
          <a:prstGeom prst="rect">
            <a:avLst/>
          </a:prstGeom>
          <a:solidFill>
            <a:schemeClr val="dk1"/>
          </a:solidFill>
          <a:ln w="0">
            <a:noFill/>
          </a:ln>
        </p:spPr>
        <p:txBody>
          <a:bodyPr lIns="91440" tIns="91440" rIns="91440" bIns="91440" anchor="ctr">
            <a:noAutofit/>
          </a:bodyPr>
          <a:lstStyle/>
          <a:p>
            <a:pPr indent="0" algn="ctr">
              <a:lnSpc>
                <a:spcPct val="100000"/>
              </a:lnSpc>
              <a:buNone/>
            </a:pPr>
            <a:r>
              <a:rPr lang="fr-FR" sz="1600" b="0" u="none" strike="noStrike">
                <a:solidFill>
                  <a:schemeClr val="lt1"/>
                </a:solidFill>
                <a:effectLst/>
                <a:uFillTx/>
                <a:latin typeface="IBM Plex Mono SemiBold"/>
                <a:ea typeface="IBM Plex Mono SemiBold"/>
              </a:rPr>
              <a:t>xx%</a:t>
            </a:r>
            <a:endParaRPr lang="fr-FR" sz="1600" b="0" u="none" strike="noStrike">
              <a:solidFill>
                <a:schemeClr val="dk1"/>
              </a:solidFill>
              <a:effectLst/>
              <a:uFillTx/>
              <a:latin typeface="Arial"/>
            </a:endParaRPr>
          </a:p>
        </p:txBody>
      </p:sp>
      <p:sp>
        <p:nvSpPr>
          <p:cNvPr id="26" name="PlaceHolder 6"/>
          <p:cNvSpPr>
            <a:spLocks noGrp="1"/>
          </p:cNvSpPr>
          <p:nvPr>
            <p:ph type="title"/>
          </p:nvPr>
        </p:nvSpPr>
        <p:spPr>
          <a:xfrm>
            <a:off x="8462520" y="443880"/>
            <a:ext cx="452520" cy="310320"/>
          </a:xfrm>
          <a:prstGeom prst="rect">
            <a:avLst/>
          </a:prstGeom>
          <a:solidFill>
            <a:schemeClr val="dk1"/>
          </a:solidFill>
          <a:ln w="0">
            <a:noFill/>
          </a:ln>
        </p:spPr>
        <p:txBody>
          <a:bodyPr lIns="91440" tIns="91440" rIns="91440" bIns="91440" anchor="ctr">
            <a:noAutofit/>
          </a:bodyPr>
          <a:lstStyle/>
          <a:p>
            <a:pPr indent="0" algn="ctr">
              <a:lnSpc>
                <a:spcPct val="100000"/>
              </a:lnSpc>
              <a:buNone/>
            </a:pPr>
            <a:r>
              <a:rPr lang="fr-FR" sz="1600" b="0" u="none" strike="noStrike">
                <a:solidFill>
                  <a:schemeClr val="lt1"/>
                </a:solidFill>
                <a:effectLst/>
                <a:uFillTx/>
                <a:latin typeface="IBM Plex Mono SemiBold"/>
                <a:ea typeface="IBM Plex Mono SemiBold"/>
              </a:rPr>
              <a:t>xx%</a:t>
            </a:r>
            <a:endParaRPr lang="fr-FR" sz="1600" b="0" u="none" strike="noStrike">
              <a:solidFill>
                <a:schemeClr val="dk1"/>
              </a:solidFill>
              <a:effectLst/>
              <a:uFillTx/>
              <a:latin typeface="Arial"/>
            </a:endParaRPr>
          </a:p>
        </p:txBody>
      </p:sp>
      <p:sp>
        <p:nvSpPr>
          <p:cNvPr id="27" name="PlaceHolder 7"/>
          <p:cNvSpPr>
            <a:spLocks noGrp="1"/>
          </p:cNvSpPr>
          <p:nvPr>
            <p:ph type="title"/>
          </p:nvPr>
        </p:nvSpPr>
        <p:spPr>
          <a:xfrm>
            <a:off x="8462520" y="1406160"/>
            <a:ext cx="452520" cy="310320"/>
          </a:xfrm>
          <a:prstGeom prst="rect">
            <a:avLst/>
          </a:prstGeom>
          <a:solidFill>
            <a:schemeClr val="dk1"/>
          </a:solidFill>
          <a:ln w="0">
            <a:noFill/>
          </a:ln>
        </p:spPr>
        <p:txBody>
          <a:bodyPr lIns="91440" tIns="91440" rIns="91440" bIns="91440" anchor="ctr">
            <a:noAutofit/>
          </a:bodyPr>
          <a:lstStyle/>
          <a:p>
            <a:pPr indent="0" algn="ctr">
              <a:lnSpc>
                <a:spcPct val="100000"/>
              </a:lnSpc>
              <a:buNone/>
            </a:pPr>
            <a:r>
              <a:rPr lang="fr-FR" sz="1600" b="0" u="none" strike="noStrike">
                <a:solidFill>
                  <a:schemeClr val="lt1"/>
                </a:solidFill>
                <a:effectLst/>
                <a:uFillTx/>
                <a:latin typeface="IBM Plex Mono SemiBold"/>
                <a:ea typeface="IBM Plex Mono SemiBold"/>
              </a:rPr>
              <a:t>xx%</a:t>
            </a:r>
            <a:endParaRPr lang="fr-FR" sz="1600" b="0" u="none" strike="noStrike">
              <a:solidFill>
                <a:schemeClr val="dk1"/>
              </a:solidFill>
              <a:effectLst/>
              <a:uFillTx/>
              <a:latin typeface="Arial"/>
            </a:endParaRPr>
          </a:p>
        </p:txBody>
      </p:sp>
      <p:sp>
        <p:nvSpPr>
          <p:cNvPr id="28" name="PlaceHolder 8"/>
          <p:cNvSpPr>
            <a:spLocks noGrp="1"/>
          </p:cNvSpPr>
          <p:nvPr>
            <p:ph type="title"/>
          </p:nvPr>
        </p:nvSpPr>
        <p:spPr>
          <a:xfrm>
            <a:off x="8462520" y="3331440"/>
            <a:ext cx="452520" cy="310320"/>
          </a:xfrm>
          <a:prstGeom prst="rect">
            <a:avLst/>
          </a:prstGeom>
          <a:solidFill>
            <a:schemeClr val="dk1"/>
          </a:solidFill>
          <a:ln w="0">
            <a:noFill/>
          </a:ln>
        </p:spPr>
        <p:txBody>
          <a:bodyPr lIns="91440" tIns="91440" rIns="91440" bIns="91440" anchor="ctr">
            <a:noAutofit/>
          </a:bodyPr>
          <a:lstStyle/>
          <a:p>
            <a:pPr indent="0" algn="ctr">
              <a:lnSpc>
                <a:spcPct val="100000"/>
              </a:lnSpc>
              <a:buNone/>
            </a:pPr>
            <a:r>
              <a:rPr lang="fr-FR" sz="1600" b="0" u="none" strike="noStrike">
                <a:solidFill>
                  <a:schemeClr val="lt1"/>
                </a:solidFill>
                <a:effectLst/>
                <a:uFillTx/>
                <a:latin typeface="IBM Plex Mono SemiBold"/>
                <a:ea typeface="IBM Plex Mono SemiBold"/>
              </a:rPr>
              <a:t>xx%</a:t>
            </a:r>
            <a:endParaRPr lang="fr-FR" sz="1600" b="0" u="none" strike="noStrike">
              <a:solidFill>
                <a:schemeClr val="dk1"/>
              </a:solidFill>
              <a:effectLst/>
              <a:uFillTx/>
              <a:latin typeface="Arial"/>
            </a:endParaRPr>
          </a:p>
        </p:txBody>
      </p:sp>
      <p:sp>
        <p:nvSpPr>
          <p:cNvPr id="29" name="PlaceHolder 9"/>
          <p:cNvSpPr>
            <a:spLocks noGrp="1"/>
          </p:cNvSpPr>
          <p:nvPr>
            <p:ph type="title"/>
          </p:nvPr>
        </p:nvSpPr>
        <p:spPr>
          <a:xfrm>
            <a:off x="8462520" y="3812760"/>
            <a:ext cx="452520" cy="310320"/>
          </a:xfrm>
          <a:prstGeom prst="rect">
            <a:avLst/>
          </a:prstGeom>
          <a:solidFill>
            <a:schemeClr val="dk1"/>
          </a:solidFill>
          <a:ln w="0">
            <a:noFill/>
          </a:ln>
        </p:spPr>
        <p:txBody>
          <a:bodyPr lIns="91440" tIns="91440" rIns="91440" bIns="91440" anchor="ctr">
            <a:noAutofit/>
          </a:bodyPr>
          <a:lstStyle/>
          <a:p>
            <a:pPr indent="0" algn="ctr">
              <a:lnSpc>
                <a:spcPct val="100000"/>
              </a:lnSpc>
              <a:buNone/>
            </a:pPr>
            <a:r>
              <a:rPr lang="fr-FR" sz="1600" b="0" u="none" strike="noStrike">
                <a:solidFill>
                  <a:schemeClr val="lt1"/>
                </a:solidFill>
                <a:effectLst/>
                <a:uFillTx/>
                <a:latin typeface="IBM Plex Mono SemiBold"/>
                <a:ea typeface="IBM Plex Mono SemiBold"/>
              </a:rPr>
              <a:t>xx%</a:t>
            </a:r>
            <a:endParaRPr lang="fr-FR" sz="1600" b="0" u="none" strike="noStrike">
              <a:solidFill>
                <a:schemeClr val="dk1"/>
              </a:solidFill>
              <a:effectLst/>
              <a:uFillTx/>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grpSp>
        <p:nvGrpSpPr>
          <p:cNvPr id="30" name="Google Shape;132;p14"/>
          <p:cNvGrpSpPr/>
          <p:nvPr/>
        </p:nvGrpSpPr>
        <p:grpSpPr>
          <a:xfrm>
            <a:off x="0" y="0"/>
            <a:ext cx="9143640" cy="228240"/>
            <a:chOff x="0" y="0"/>
            <a:chExt cx="9143640" cy="228240"/>
          </a:xfrm>
        </p:grpSpPr>
        <p:sp>
          <p:nvSpPr>
            <p:cNvPr id="31" name="Google Shape;133;p14"/>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32" name="Google Shape;134;p14"/>
            <p:cNvGrpSpPr/>
            <p:nvPr/>
          </p:nvGrpSpPr>
          <p:grpSpPr>
            <a:xfrm>
              <a:off x="228600" y="75240"/>
              <a:ext cx="339120" cy="77760"/>
              <a:chOff x="228600" y="75240"/>
              <a:chExt cx="339120" cy="77760"/>
            </a:xfrm>
          </p:grpSpPr>
          <p:sp>
            <p:nvSpPr>
              <p:cNvPr id="33" name="Google Shape;135;p14"/>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34" name="Google Shape;136;p14"/>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35" name="Google Shape;137;p14"/>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36" name="PlaceHolder 1"/>
          <p:cNvSpPr>
            <a:spLocks noGrp="1"/>
          </p:cNvSpPr>
          <p:nvPr>
            <p:ph type="title"/>
          </p:nvPr>
        </p:nvSpPr>
        <p:spPr>
          <a:xfrm>
            <a:off x="228600" y="863280"/>
            <a:ext cx="5562360" cy="1569600"/>
          </a:xfrm>
          <a:prstGeom prst="rect">
            <a:avLst/>
          </a:prstGeom>
          <a:noFill/>
          <a:ln w="0">
            <a:noFill/>
          </a:ln>
        </p:spPr>
        <p:txBody>
          <a:bodyPr lIns="91440" tIns="91440" rIns="91440" bIns="91440" anchor="t">
            <a:noAutofit/>
          </a:bodyPr>
          <a:lstStyle/>
          <a:p>
            <a:pPr indent="0">
              <a:buNone/>
            </a:pPr>
            <a:r>
              <a:rPr lang="fr-FR" sz="4500" b="0" u="none" strike="noStrike">
                <a:solidFill>
                  <a:schemeClr val="dk1"/>
                </a:solidFill>
                <a:effectLst/>
                <a:uFillTx/>
                <a:latin typeface="Arial"/>
              </a:rPr>
              <a:t>Click to edit the title text format</a:t>
            </a:r>
          </a:p>
        </p:txBody>
      </p:sp>
      <p:sp>
        <p:nvSpPr>
          <p:cNvPr id="37"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grpSp>
        <p:nvGrpSpPr>
          <p:cNvPr id="38" name="Google Shape;141;p15"/>
          <p:cNvGrpSpPr/>
          <p:nvPr/>
        </p:nvGrpSpPr>
        <p:grpSpPr>
          <a:xfrm>
            <a:off x="0" y="0"/>
            <a:ext cx="9143640" cy="228240"/>
            <a:chOff x="0" y="0"/>
            <a:chExt cx="9143640" cy="228240"/>
          </a:xfrm>
        </p:grpSpPr>
        <p:sp>
          <p:nvSpPr>
            <p:cNvPr id="39" name="Google Shape;142;p15"/>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40" name="Google Shape;143;p15"/>
            <p:cNvGrpSpPr/>
            <p:nvPr/>
          </p:nvGrpSpPr>
          <p:grpSpPr>
            <a:xfrm>
              <a:off x="228600" y="75240"/>
              <a:ext cx="339120" cy="77760"/>
              <a:chOff x="228600" y="75240"/>
              <a:chExt cx="339120" cy="77760"/>
            </a:xfrm>
          </p:grpSpPr>
          <p:sp>
            <p:nvSpPr>
              <p:cNvPr id="41" name="Google Shape;144;p15"/>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42" name="Google Shape;145;p15"/>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43" name="Google Shape;146;p15"/>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44" name="PlaceHolder 1"/>
          <p:cNvSpPr>
            <a:spLocks noGrp="1"/>
          </p:cNvSpPr>
          <p:nvPr>
            <p:ph type="title"/>
          </p:nvPr>
        </p:nvSpPr>
        <p:spPr>
          <a:xfrm>
            <a:off x="223920" y="3359160"/>
            <a:ext cx="6265440" cy="6516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45" name="PlaceHolder 2"/>
          <p:cNvSpPr>
            <a:spLocks noGrp="1"/>
          </p:cNvSpPr>
          <p:nvPr>
            <p:ph type="body"/>
          </p:nvPr>
        </p:nvSpPr>
        <p:spPr>
          <a:xfrm>
            <a:off x="228600" y="632880"/>
            <a:ext cx="7299360" cy="264564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TITLE_ONLY_1">
    <p:bg>
      <p:bgPr>
        <a:solidFill>
          <a:schemeClr val="lt1"/>
        </a:solidFill>
        <a:effectLst/>
      </p:bgPr>
    </p:bg>
    <p:spTree>
      <p:nvGrpSpPr>
        <p:cNvPr id="1" name=""/>
        <p:cNvGrpSpPr/>
        <p:nvPr/>
      </p:nvGrpSpPr>
      <p:grpSpPr>
        <a:xfrm>
          <a:off x="0" y="0"/>
          <a:ext cx="0" cy="0"/>
          <a:chOff x="0" y="0"/>
          <a:chExt cx="0" cy="0"/>
        </a:xfrm>
      </p:grpSpPr>
      <p:grpSp>
        <p:nvGrpSpPr>
          <p:cNvPr id="46" name="Google Shape;151;p16"/>
          <p:cNvGrpSpPr/>
          <p:nvPr/>
        </p:nvGrpSpPr>
        <p:grpSpPr>
          <a:xfrm>
            <a:off x="0" y="0"/>
            <a:ext cx="9143640" cy="228240"/>
            <a:chOff x="0" y="0"/>
            <a:chExt cx="9143640" cy="228240"/>
          </a:xfrm>
        </p:grpSpPr>
        <p:sp>
          <p:nvSpPr>
            <p:cNvPr id="47" name="Google Shape;152;p16"/>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48" name="Google Shape;153;p16"/>
            <p:cNvGrpSpPr/>
            <p:nvPr/>
          </p:nvGrpSpPr>
          <p:grpSpPr>
            <a:xfrm>
              <a:off x="228600" y="75240"/>
              <a:ext cx="339120" cy="77760"/>
              <a:chOff x="228600" y="75240"/>
              <a:chExt cx="339120" cy="77760"/>
            </a:xfrm>
          </p:grpSpPr>
          <p:sp>
            <p:nvSpPr>
              <p:cNvPr id="49" name="Google Shape;154;p16"/>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50" name="Google Shape;155;p16"/>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51" name="Google Shape;156;p16"/>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52" name="PlaceHolder 1"/>
          <p:cNvSpPr>
            <a:spLocks noGrp="1"/>
          </p:cNvSpPr>
          <p:nvPr>
            <p:ph type="title"/>
          </p:nvPr>
        </p:nvSpPr>
        <p:spPr>
          <a:xfrm>
            <a:off x="228600" y="4339080"/>
            <a:ext cx="8686440" cy="57564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ITLE_ONLY_2">
    <p:bg>
      <p:bgPr>
        <a:solidFill>
          <a:schemeClr val="lt1"/>
        </a:solidFill>
        <a:effectLst/>
      </p:bgPr>
    </p:bg>
    <p:spTree>
      <p:nvGrpSpPr>
        <p:cNvPr id="1" name=""/>
        <p:cNvGrpSpPr/>
        <p:nvPr/>
      </p:nvGrpSpPr>
      <p:grpSpPr>
        <a:xfrm>
          <a:off x="0" y="0"/>
          <a:ext cx="0" cy="0"/>
          <a:chOff x="0" y="0"/>
          <a:chExt cx="0" cy="0"/>
        </a:xfrm>
      </p:grpSpPr>
      <p:grpSp>
        <p:nvGrpSpPr>
          <p:cNvPr id="53" name="Google Shape;159;p17"/>
          <p:cNvGrpSpPr/>
          <p:nvPr/>
        </p:nvGrpSpPr>
        <p:grpSpPr>
          <a:xfrm>
            <a:off x="0" y="0"/>
            <a:ext cx="9143640" cy="228240"/>
            <a:chOff x="0" y="0"/>
            <a:chExt cx="9143640" cy="228240"/>
          </a:xfrm>
        </p:grpSpPr>
        <p:sp>
          <p:nvSpPr>
            <p:cNvPr id="54" name="Google Shape;160;p17"/>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5" name="Google Shape;161;p17"/>
            <p:cNvGrpSpPr/>
            <p:nvPr/>
          </p:nvGrpSpPr>
          <p:grpSpPr>
            <a:xfrm>
              <a:off x="228600" y="75240"/>
              <a:ext cx="339120" cy="77760"/>
              <a:chOff x="228600" y="75240"/>
              <a:chExt cx="339120" cy="77760"/>
            </a:xfrm>
          </p:grpSpPr>
          <p:sp>
            <p:nvSpPr>
              <p:cNvPr id="56" name="Google Shape;162;p17"/>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57" name="Google Shape;163;p17"/>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58" name="Google Shape;164;p17"/>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59"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_1_1_1_2">
    <p:bg>
      <p:bgPr>
        <a:solidFill>
          <a:schemeClr val="lt1"/>
        </a:solidFill>
        <a:effectLst/>
      </p:bgPr>
    </p:bg>
    <p:spTree>
      <p:nvGrpSpPr>
        <p:cNvPr id="1" name=""/>
        <p:cNvGrpSpPr/>
        <p:nvPr/>
      </p:nvGrpSpPr>
      <p:grpSpPr>
        <a:xfrm>
          <a:off x="0" y="0"/>
          <a:ext cx="0" cy="0"/>
          <a:chOff x="0" y="0"/>
          <a:chExt cx="0" cy="0"/>
        </a:xfrm>
      </p:grpSpPr>
      <p:grpSp>
        <p:nvGrpSpPr>
          <p:cNvPr id="60" name="Google Shape;167;p18"/>
          <p:cNvGrpSpPr/>
          <p:nvPr/>
        </p:nvGrpSpPr>
        <p:grpSpPr>
          <a:xfrm>
            <a:off x="0" y="0"/>
            <a:ext cx="9143640" cy="228240"/>
            <a:chOff x="0" y="0"/>
            <a:chExt cx="9143640" cy="228240"/>
          </a:xfrm>
        </p:grpSpPr>
        <p:sp>
          <p:nvSpPr>
            <p:cNvPr id="61" name="Google Shape;168;p18"/>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2" name="Google Shape;169;p18"/>
            <p:cNvGrpSpPr/>
            <p:nvPr/>
          </p:nvGrpSpPr>
          <p:grpSpPr>
            <a:xfrm>
              <a:off x="228600" y="75240"/>
              <a:ext cx="339120" cy="77760"/>
              <a:chOff x="228600" y="75240"/>
              <a:chExt cx="339120" cy="77760"/>
            </a:xfrm>
          </p:grpSpPr>
          <p:sp>
            <p:nvSpPr>
              <p:cNvPr id="63" name="Google Shape;170;p18"/>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64" name="Google Shape;171;p18"/>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65" name="Google Shape;172;p18"/>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66" name="PlaceHolder 1"/>
          <p:cNvSpPr>
            <a:spLocks noGrp="1"/>
          </p:cNvSpPr>
          <p:nvPr>
            <p:ph type="title"/>
          </p:nvPr>
        </p:nvSpPr>
        <p:spPr>
          <a:xfrm>
            <a:off x="228600" y="3529440"/>
            <a:ext cx="8686800" cy="138492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_1_1_1_1_1">
    <p:bg>
      <p:bgPr>
        <a:solidFill>
          <a:schemeClr val="lt1"/>
        </a:solidFill>
        <a:effectLst/>
      </p:bgPr>
    </p:bg>
    <p:spTree>
      <p:nvGrpSpPr>
        <p:cNvPr id="1" name=""/>
        <p:cNvGrpSpPr/>
        <p:nvPr/>
      </p:nvGrpSpPr>
      <p:grpSpPr>
        <a:xfrm>
          <a:off x="0" y="0"/>
          <a:ext cx="0" cy="0"/>
          <a:chOff x="0" y="0"/>
          <a:chExt cx="0" cy="0"/>
        </a:xfrm>
      </p:grpSpPr>
      <p:grpSp>
        <p:nvGrpSpPr>
          <p:cNvPr id="67" name="Google Shape;178;p19"/>
          <p:cNvGrpSpPr/>
          <p:nvPr/>
        </p:nvGrpSpPr>
        <p:grpSpPr>
          <a:xfrm>
            <a:off x="0" y="0"/>
            <a:ext cx="9143640" cy="228240"/>
            <a:chOff x="0" y="0"/>
            <a:chExt cx="9143640" cy="228240"/>
          </a:xfrm>
        </p:grpSpPr>
        <p:sp>
          <p:nvSpPr>
            <p:cNvPr id="68" name="Google Shape;179;p19"/>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9" name="Google Shape;180;p19"/>
            <p:cNvGrpSpPr/>
            <p:nvPr/>
          </p:nvGrpSpPr>
          <p:grpSpPr>
            <a:xfrm>
              <a:off x="228600" y="75240"/>
              <a:ext cx="339120" cy="77760"/>
              <a:chOff x="228600" y="75240"/>
              <a:chExt cx="339120" cy="77760"/>
            </a:xfrm>
          </p:grpSpPr>
          <p:sp>
            <p:nvSpPr>
              <p:cNvPr id="70" name="Google Shape;181;p19"/>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71" name="Google Shape;182;p19"/>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72" name="Google Shape;183;p19"/>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73" name="PlaceHolder 1"/>
          <p:cNvSpPr>
            <a:spLocks noGrp="1"/>
          </p:cNvSpPr>
          <p:nvPr>
            <p:ph type="title"/>
          </p:nvPr>
        </p:nvSpPr>
        <p:spPr>
          <a:xfrm>
            <a:off x="228600" y="228600"/>
            <a:ext cx="868680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grpSp>
        <p:nvGrpSpPr>
          <p:cNvPr id="74" name="Google Shape;198;p20"/>
          <p:cNvGrpSpPr/>
          <p:nvPr/>
        </p:nvGrpSpPr>
        <p:grpSpPr>
          <a:xfrm>
            <a:off x="0" y="0"/>
            <a:ext cx="9143640" cy="228240"/>
            <a:chOff x="0" y="0"/>
            <a:chExt cx="9143640" cy="228240"/>
          </a:xfrm>
        </p:grpSpPr>
        <p:sp>
          <p:nvSpPr>
            <p:cNvPr id="75" name="Google Shape;199;p20"/>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76" name="Google Shape;200;p20"/>
            <p:cNvGrpSpPr/>
            <p:nvPr/>
          </p:nvGrpSpPr>
          <p:grpSpPr>
            <a:xfrm>
              <a:off x="228600" y="75240"/>
              <a:ext cx="339120" cy="77760"/>
              <a:chOff x="228600" y="75240"/>
              <a:chExt cx="339120" cy="77760"/>
            </a:xfrm>
          </p:grpSpPr>
          <p:sp>
            <p:nvSpPr>
              <p:cNvPr id="77" name="Google Shape;201;p20"/>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78" name="Google Shape;202;p20"/>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79" name="Google Shape;203;p20"/>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80" name="PlaceHolder 1"/>
          <p:cNvSpPr>
            <a:spLocks noGrp="1"/>
          </p:cNvSpPr>
          <p:nvPr>
            <p:ph type="title"/>
          </p:nvPr>
        </p:nvSpPr>
        <p:spPr>
          <a:xfrm>
            <a:off x="228600" y="434268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81" name="PlaceHolder 2"/>
          <p:cNvSpPr>
            <a:spLocks noGrp="1"/>
          </p:cNvSpPr>
          <p:nvPr>
            <p:ph type="title"/>
          </p:nvPr>
        </p:nvSpPr>
        <p:spPr>
          <a:xfrm>
            <a:off x="228600" y="829080"/>
            <a:ext cx="2399400" cy="522720"/>
          </a:xfrm>
          <a:prstGeom prst="rect">
            <a:avLst/>
          </a:prstGeom>
          <a:noFill/>
          <a:ln w="0">
            <a:noFill/>
          </a:ln>
        </p:spPr>
        <p:txBody>
          <a:bodyPr lIns="91440" tIns="91440" rIns="91440" bIns="91440" anchor="b">
            <a:noAutofit/>
          </a:bodyPr>
          <a:lstStyle/>
          <a:p>
            <a:pPr indent="0">
              <a:lnSpc>
                <a:spcPct val="100000"/>
              </a:lnSpc>
              <a:buNone/>
            </a:pPr>
            <a:r>
              <a:rPr lang="fr-FR" sz="2200" b="0" u="none" strike="noStrike">
                <a:solidFill>
                  <a:schemeClr val="dk2"/>
                </a:solidFill>
                <a:effectLst/>
                <a:uFillTx/>
                <a:latin typeface="IBM Plex Mono SemiBold"/>
                <a:ea typeface="IBM Plex Mono SemiBold"/>
              </a:rPr>
              <a:t>xx%</a:t>
            </a:r>
            <a:endParaRPr lang="fr-FR" sz="2200" b="0" u="none" strike="noStrike">
              <a:solidFill>
                <a:schemeClr val="dk1"/>
              </a:solidFill>
              <a:effectLst/>
              <a:uFillTx/>
              <a:latin typeface="Arial"/>
            </a:endParaRPr>
          </a:p>
        </p:txBody>
      </p:sp>
      <p:sp>
        <p:nvSpPr>
          <p:cNvPr id="82" name="PlaceHolder 3"/>
          <p:cNvSpPr>
            <a:spLocks noGrp="1"/>
          </p:cNvSpPr>
          <p:nvPr>
            <p:ph type="title"/>
          </p:nvPr>
        </p:nvSpPr>
        <p:spPr>
          <a:xfrm>
            <a:off x="228600" y="3313440"/>
            <a:ext cx="2399400" cy="522720"/>
          </a:xfrm>
          <a:prstGeom prst="rect">
            <a:avLst/>
          </a:prstGeom>
          <a:noFill/>
          <a:ln w="0">
            <a:noFill/>
          </a:ln>
        </p:spPr>
        <p:txBody>
          <a:bodyPr lIns="91440" tIns="91440" rIns="91440" bIns="91440" anchor="b">
            <a:noAutofit/>
          </a:bodyPr>
          <a:lstStyle/>
          <a:p>
            <a:pPr indent="0">
              <a:lnSpc>
                <a:spcPct val="100000"/>
              </a:lnSpc>
              <a:buNone/>
            </a:pPr>
            <a:r>
              <a:rPr lang="fr-FR" sz="2200" b="0" u="none" strike="noStrike">
                <a:solidFill>
                  <a:schemeClr val="accent1"/>
                </a:solidFill>
                <a:effectLst/>
                <a:uFillTx/>
                <a:latin typeface="Space Grotesk Medium"/>
                <a:ea typeface="Space Grotesk Medium"/>
              </a:rPr>
              <a:t>xx%</a:t>
            </a:r>
            <a:endParaRPr lang="fr-FR" sz="2200" b="0" u="none" strike="noStrike">
              <a:solidFill>
                <a:schemeClr val="dk1"/>
              </a:solidFill>
              <a:effectLst/>
              <a:uFillTx/>
              <a:latin typeface="Arial"/>
            </a:endParaRPr>
          </a:p>
        </p:txBody>
      </p:sp>
      <p:sp>
        <p:nvSpPr>
          <p:cNvPr id="83" name="PlaceHolder 4"/>
          <p:cNvSpPr>
            <a:spLocks noGrp="1"/>
          </p:cNvSpPr>
          <p:nvPr>
            <p:ph type="title"/>
          </p:nvPr>
        </p:nvSpPr>
        <p:spPr>
          <a:xfrm>
            <a:off x="228600" y="2071080"/>
            <a:ext cx="2399400" cy="522720"/>
          </a:xfrm>
          <a:prstGeom prst="rect">
            <a:avLst/>
          </a:prstGeom>
          <a:noFill/>
          <a:ln w="0">
            <a:noFill/>
          </a:ln>
        </p:spPr>
        <p:txBody>
          <a:bodyPr lIns="91440" tIns="91440" rIns="91440" bIns="91440" anchor="b">
            <a:noAutofit/>
          </a:bodyPr>
          <a:lstStyle/>
          <a:p>
            <a:pPr indent="0">
              <a:lnSpc>
                <a:spcPct val="100000"/>
              </a:lnSpc>
              <a:buNone/>
            </a:pPr>
            <a:r>
              <a:rPr lang="fr-FR" sz="2200" b="0" u="none" strike="noStrike">
                <a:solidFill>
                  <a:schemeClr val="accent1"/>
                </a:solidFill>
                <a:effectLst/>
                <a:uFillTx/>
                <a:latin typeface="Space Grotesk Medium"/>
                <a:ea typeface="Space Grotesk Medium"/>
              </a:rPr>
              <a:t>xx%</a:t>
            </a:r>
            <a:endParaRPr lang="fr-FR" sz="2200" b="0" u="none" strike="noStrike">
              <a:solidFill>
                <a:schemeClr val="dk1"/>
              </a:solidFill>
              <a:effectLst/>
              <a:uFillTx/>
              <a:latin typeface="Arial"/>
            </a:endParaRPr>
          </a:p>
        </p:txBody>
      </p:sp>
      <p:sp>
        <p:nvSpPr>
          <p:cNvPr id="84" name="PlaceHolder 5"/>
          <p:cNvSpPr>
            <a:spLocks noGrp="1"/>
          </p:cNvSpPr>
          <p:nvPr>
            <p:ph type="body"/>
          </p:nvPr>
        </p:nvSpPr>
        <p:spPr>
          <a:xfrm>
            <a:off x="3741480" y="632880"/>
            <a:ext cx="5173560" cy="362916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grpSp>
        <p:nvGrpSpPr>
          <p:cNvPr id="85" name="Google Shape;19;p3"/>
          <p:cNvGrpSpPr/>
          <p:nvPr/>
        </p:nvGrpSpPr>
        <p:grpSpPr>
          <a:xfrm>
            <a:off x="0" y="0"/>
            <a:ext cx="9143640" cy="228240"/>
            <a:chOff x="0" y="0"/>
            <a:chExt cx="9143640" cy="228240"/>
          </a:xfrm>
        </p:grpSpPr>
        <p:sp>
          <p:nvSpPr>
            <p:cNvPr id="86" name="Google Shape;20;p3"/>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87" name="Google Shape;21;p3"/>
            <p:cNvGrpSpPr/>
            <p:nvPr/>
          </p:nvGrpSpPr>
          <p:grpSpPr>
            <a:xfrm>
              <a:off x="228600" y="75240"/>
              <a:ext cx="339120" cy="77760"/>
              <a:chOff x="228600" y="75240"/>
              <a:chExt cx="339120" cy="77760"/>
            </a:xfrm>
          </p:grpSpPr>
          <p:sp>
            <p:nvSpPr>
              <p:cNvPr id="88" name="Google Shape;22;p3"/>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89" name="Google Shape;23;p3"/>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90" name="Google Shape;24;p3"/>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91" name="PlaceHolder 1"/>
          <p:cNvSpPr>
            <a:spLocks noGrp="1"/>
          </p:cNvSpPr>
          <p:nvPr>
            <p:ph type="title"/>
          </p:nvPr>
        </p:nvSpPr>
        <p:spPr>
          <a:xfrm>
            <a:off x="3952080" y="2882880"/>
            <a:ext cx="4962960" cy="203148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
        <p:nvSpPr>
          <p:cNvPr id="92" name="PlaceHolder 2"/>
          <p:cNvSpPr>
            <a:spLocks noGrp="1"/>
          </p:cNvSpPr>
          <p:nvPr>
            <p:ph type="title"/>
          </p:nvPr>
        </p:nvSpPr>
        <p:spPr>
          <a:xfrm>
            <a:off x="7647120" y="1546200"/>
            <a:ext cx="1267920" cy="1107720"/>
          </a:xfrm>
          <a:prstGeom prst="rect">
            <a:avLst/>
          </a:prstGeom>
          <a:solidFill>
            <a:schemeClr val="dk1"/>
          </a:solidFill>
          <a:ln w="0">
            <a:noFill/>
          </a:ln>
        </p:spPr>
        <p:txBody>
          <a:bodyPr lIns="91440" tIns="91440" rIns="91440" bIns="91440" anchor="ctr">
            <a:noAutofit/>
          </a:bodyPr>
          <a:lstStyle/>
          <a:p>
            <a:pPr indent="0" algn="r">
              <a:lnSpc>
                <a:spcPct val="100000"/>
              </a:lnSpc>
              <a:buNone/>
            </a:pPr>
            <a:r>
              <a:rPr lang="fr-FR" sz="6000" b="0" u="none" strike="noStrike">
                <a:solidFill>
                  <a:schemeClr val="lt1"/>
                </a:solidFill>
                <a:effectLst/>
                <a:uFillTx/>
                <a:latin typeface="IBM Plex Mono SemiBold"/>
                <a:ea typeface="IBM Plex Mono SemiBold"/>
              </a:rPr>
              <a:t>xx%</a:t>
            </a:r>
            <a:endParaRPr lang="fr-FR" sz="6000" b="0" u="none" strike="noStrike">
              <a:solidFill>
                <a:schemeClr val="dk1"/>
              </a:solidFill>
              <a:effectLst/>
              <a:uFillTx/>
              <a:latin typeface="Arial"/>
            </a:endParaRPr>
          </a:p>
        </p:txBody>
      </p:sp>
      <p:sp>
        <p:nvSpPr>
          <p:cNvPr id="93" name="PlaceHolder 3"/>
          <p:cNvSpPr>
            <a:spLocks noGrp="1"/>
          </p:cNvSpPr>
          <p:nvPr>
            <p:ph type="body"/>
          </p:nvPr>
        </p:nvSpPr>
        <p:spPr>
          <a:xfrm>
            <a:off x="228600" y="1006920"/>
            <a:ext cx="2573640" cy="3907800"/>
          </a:xfrm>
          <a:prstGeom prst="rect">
            <a:avLst/>
          </a:prstGeom>
          <a:noFill/>
          <a:ln w="0">
            <a:noFill/>
          </a:ln>
        </p:spPr>
        <p:txBody>
          <a:bodyPr lIns="90000" tIns="45000" rIns="90000" bIns="45000" anchor="t">
            <a:normAutofit fontScale="40000" lnSpcReduction="19999"/>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grpSp>
        <p:nvGrpSpPr>
          <p:cNvPr id="94" name="Google Shape;213;p21"/>
          <p:cNvGrpSpPr/>
          <p:nvPr/>
        </p:nvGrpSpPr>
        <p:grpSpPr>
          <a:xfrm>
            <a:off x="0" y="0"/>
            <a:ext cx="9143640" cy="228240"/>
            <a:chOff x="0" y="0"/>
            <a:chExt cx="9143640" cy="228240"/>
          </a:xfrm>
        </p:grpSpPr>
        <p:sp>
          <p:nvSpPr>
            <p:cNvPr id="95" name="Google Shape;214;p21"/>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6" name="Google Shape;215;p21"/>
            <p:cNvGrpSpPr/>
            <p:nvPr/>
          </p:nvGrpSpPr>
          <p:grpSpPr>
            <a:xfrm>
              <a:off x="228600" y="75240"/>
              <a:ext cx="339120" cy="77760"/>
              <a:chOff x="228600" y="75240"/>
              <a:chExt cx="339120" cy="77760"/>
            </a:xfrm>
          </p:grpSpPr>
          <p:sp>
            <p:nvSpPr>
              <p:cNvPr id="97" name="Google Shape;216;p21"/>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98" name="Google Shape;217;p21"/>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99" name="Google Shape;218;p21"/>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100" name="PlaceHolder 1"/>
          <p:cNvSpPr>
            <a:spLocks noGrp="1"/>
          </p:cNvSpPr>
          <p:nvPr>
            <p:ph type="title"/>
          </p:nvPr>
        </p:nvSpPr>
        <p:spPr>
          <a:xfrm>
            <a:off x="228600" y="2513880"/>
            <a:ext cx="3550320" cy="2400840"/>
          </a:xfrm>
          <a:prstGeom prst="rect">
            <a:avLst/>
          </a:prstGeom>
          <a:noFill/>
          <a:ln w="0">
            <a:noFill/>
          </a:ln>
        </p:spPr>
        <p:txBody>
          <a:bodyPr lIns="91440" tIns="91440" rIns="91440" bIns="91440" anchor="b">
            <a:noAutofit/>
          </a:bodyPr>
          <a:lstStyle/>
          <a:p>
            <a:pPr indent="0">
              <a:buNone/>
            </a:pPr>
            <a:r>
              <a:rPr lang="fr-FR" sz="7200" b="0" u="none" strike="noStrike">
                <a:solidFill>
                  <a:schemeClr val="dk1"/>
                </a:solidFill>
                <a:effectLst/>
                <a:uFillTx/>
                <a:latin typeface="Arial"/>
              </a:rPr>
              <a:t>Click to edit the title text format</a:t>
            </a:r>
          </a:p>
        </p:txBody>
      </p:sp>
      <p:sp>
        <p:nvSpPr>
          <p:cNvPr id="101" name="Google Shape;221;p21"/>
          <p:cNvSpPr/>
          <p:nvPr/>
        </p:nvSpPr>
        <p:spPr>
          <a:xfrm>
            <a:off x="4400280" y="3978360"/>
            <a:ext cx="4447800" cy="4921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r" defTabSz="914400">
              <a:lnSpc>
                <a:spcPct val="100000"/>
              </a:lnSpc>
              <a:tabLst>
                <a:tab pos="0" algn="l"/>
              </a:tabLst>
            </a:pPr>
            <a:r>
              <a:rPr lang="en" sz="1000" b="1" u="none" strike="noStrike">
                <a:solidFill>
                  <a:schemeClr val="dk1"/>
                </a:solidFill>
                <a:effectLst/>
                <a:uFillTx/>
                <a:latin typeface="Roboto"/>
                <a:ea typeface="Roboto"/>
              </a:rPr>
              <a:t>CREDITS:</a:t>
            </a:r>
            <a:r>
              <a:rPr lang="en" sz="1000" b="0" u="none" strike="noStrike">
                <a:solidFill>
                  <a:schemeClr val="dk1"/>
                </a:solidFill>
                <a:effectLst/>
                <a:uFillTx/>
                <a:latin typeface="Roboto"/>
                <a:ea typeface="Roboto"/>
              </a:rPr>
              <a:t> This presentation template was created by </a:t>
            </a:r>
            <a:r>
              <a:rPr lang="en" sz="1000" b="1" u="sng" strike="noStrike">
                <a:solidFill>
                  <a:schemeClr val="dk1"/>
                </a:solidFill>
                <a:effectLst/>
                <a:uFillTx/>
                <a:latin typeface="Roboto"/>
                <a:ea typeface="Roboto"/>
                <a:hlinkClick r:id="rId2"/>
              </a:rPr>
              <a:t>Slidesgo</a:t>
            </a:r>
            <a:r>
              <a:rPr lang="en" sz="1000" b="0" u="none" strike="noStrike">
                <a:solidFill>
                  <a:schemeClr val="dk1"/>
                </a:solidFill>
                <a:effectLst/>
                <a:uFillTx/>
                <a:latin typeface="Roboto"/>
                <a:ea typeface="Roboto"/>
              </a:rPr>
              <a:t>, and includes icons, infographics &amp; images by </a:t>
            </a:r>
            <a:r>
              <a:rPr lang="en" sz="1000" b="1" u="sng" strike="noStrike">
                <a:solidFill>
                  <a:schemeClr val="dk1"/>
                </a:solidFill>
                <a:effectLst/>
                <a:uFillTx/>
                <a:latin typeface="Roboto"/>
                <a:ea typeface="Roboto"/>
                <a:hlinkClick r:id="rId3"/>
              </a:rPr>
              <a:t>Freepik</a:t>
            </a:r>
            <a:r>
              <a:rPr lang="en" sz="1000" b="0" u="none" strike="noStrike">
                <a:solidFill>
                  <a:schemeClr val="dk1"/>
                </a:solidFill>
                <a:effectLst/>
                <a:uFillTx/>
                <a:latin typeface="Roboto"/>
                <a:ea typeface="Roboto"/>
              </a:rPr>
              <a:t> </a:t>
            </a:r>
            <a:endParaRPr lang="en-US" sz="1000" b="0" u="none" strike="noStrike">
              <a:solidFill>
                <a:srgbClr val="FFFFFF"/>
              </a:solidFill>
              <a:effectLst/>
              <a:uFillTx/>
              <a:latin typeface="OpenSymbo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_1_1_1_1_1_1_1">
    <p:bg>
      <p:bgPr>
        <a:solidFill>
          <a:schemeClr val="lt1"/>
        </a:solidFill>
        <a:effectLst/>
      </p:bgPr>
    </p:bg>
    <p:spTree>
      <p:nvGrpSpPr>
        <p:cNvPr id="1" name=""/>
        <p:cNvGrpSpPr/>
        <p:nvPr/>
      </p:nvGrpSpPr>
      <p:grpSpPr>
        <a:xfrm>
          <a:off x="0" y="0"/>
          <a:ext cx="0" cy="0"/>
          <a:chOff x="0" y="0"/>
          <a:chExt cx="0" cy="0"/>
        </a:xfrm>
      </p:grpSpPr>
      <p:grpSp>
        <p:nvGrpSpPr>
          <p:cNvPr id="102" name="Google Shape;223;p22"/>
          <p:cNvGrpSpPr/>
          <p:nvPr/>
        </p:nvGrpSpPr>
        <p:grpSpPr>
          <a:xfrm>
            <a:off x="0" y="0"/>
            <a:ext cx="9143640" cy="228240"/>
            <a:chOff x="0" y="0"/>
            <a:chExt cx="9143640" cy="228240"/>
          </a:xfrm>
        </p:grpSpPr>
        <p:sp>
          <p:nvSpPr>
            <p:cNvPr id="103" name="Google Shape;224;p22"/>
            <p:cNvSpPr/>
            <p:nvPr/>
          </p:nvSpPr>
          <p:spPr>
            <a:xfrm>
              <a:off x="0" y="0"/>
              <a:ext cx="9143640" cy="228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4" name="Google Shape;225;p22"/>
            <p:cNvGrpSpPr/>
            <p:nvPr/>
          </p:nvGrpSpPr>
          <p:grpSpPr>
            <a:xfrm>
              <a:off x="228600" y="75240"/>
              <a:ext cx="339120" cy="77760"/>
              <a:chOff x="228600" y="75240"/>
              <a:chExt cx="339120" cy="77760"/>
            </a:xfrm>
          </p:grpSpPr>
          <p:sp>
            <p:nvSpPr>
              <p:cNvPr id="105" name="Google Shape;226;p22"/>
              <p:cNvSpPr/>
              <p:nvPr/>
            </p:nvSpPr>
            <p:spPr>
              <a:xfrm>
                <a:off x="228600" y="75240"/>
                <a:ext cx="77760" cy="777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06" name="Google Shape;227;p22"/>
              <p:cNvSpPr/>
              <p:nvPr/>
            </p:nvSpPr>
            <p:spPr>
              <a:xfrm>
                <a:off x="359280" y="75240"/>
                <a:ext cx="77760" cy="777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07" name="Google Shape;228;p22"/>
              <p:cNvSpPr/>
              <p:nvPr/>
            </p:nvSpPr>
            <p:spPr>
              <a:xfrm>
                <a:off x="489960" y="75240"/>
                <a:ext cx="77760" cy="777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_1_1_1_1_1_1_1_1">
    <p:bg>
      <p:bgPr>
        <a:solidFill>
          <a:schemeClr val="lt1"/>
        </a:solidFill>
        <a:effectLst/>
      </p:bgPr>
    </p:bg>
    <p:spTree>
      <p:nvGrpSpPr>
        <p:cNvPr id="1" name=""/>
        <p:cNvGrpSpPr/>
        <p:nvPr/>
      </p:nvGrpSpPr>
      <p:grpSpPr>
        <a:xfrm>
          <a:off x="0" y="0"/>
          <a:ext cx="0" cy="0"/>
          <a:chOff x="0" y="0"/>
          <a:chExt cx="0" cy="0"/>
        </a:xfrm>
      </p:grpSpPr>
      <p:grpSp>
        <p:nvGrpSpPr>
          <p:cNvPr id="108" name="Google Shape;230;p23"/>
          <p:cNvGrpSpPr/>
          <p:nvPr/>
        </p:nvGrpSpPr>
        <p:grpSpPr>
          <a:xfrm>
            <a:off x="0" y="0"/>
            <a:ext cx="9143640" cy="228240"/>
            <a:chOff x="0" y="0"/>
            <a:chExt cx="9143640" cy="228240"/>
          </a:xfrm>
        </p:grpSpPr>
        <p:sp>
          <p:nvSpPr>
            <p:cNvPr id="109" name="Google Shape;231;p23"/>
            <p:cNvSpPr/>
            <p:nvPr/>
          </p:nvSpPr>
          <p:spPr>
            <a:xfrm>
              <a:off x="0" y="0"/>
              <a:ext cx="9143640" cy="22824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0" name="Google Shape;232;p23"/>
            <p:cNvGrpSpPr/>
            <p:nvPr/>
          </p:nvGrpSpPr>
          <p:grpSpPr>
            <a:xfrm>
              <a:off x="228600" y="75240"/>
              <a:ext cx="339120" cy="77760"/>
              <a:chOff x="228600" y="75240"/>
              <a:chExt cx="339120" cy="77760"/>
            </a:xfrm>
          </p:grpSpPr>
          <p:sp>
            <p:nvSpPr>
              <p:cNvPr id="111" name="Google Shape;233;p23"/>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12" name="Google Shape;234;p23"/>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13" name="Google Shape;235;p23"/>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grpSp>
        <p:nvGrpSpPr>
          <p:cNvPr id="114" name="Google Shape;29;p4"/>
          <p:cNvGrpSpPr/>
          <p:nvPr/>
        </p:nvGrpSpPr>
        <p:grpSpPr>
          <a:xfrm>
            <a:off x="0" y="0"/>
            <a:ext cx="9143640" cy="228240"/>
            <a:chOff x="0" y="0"/>
            <a:chExt cx="9143640" cy="228240"/>
          </a:xfrm>
        </p:grpSpPr>
        <p:sp>
          <p:nvSpPr>
            <p:cNvPr id="115" name="Google Shape;30;p4"/>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6" name="Google Shape;31;p4"/>
            <p:cNvGrpSpPr/>
            <p:nvPr/>
          </p:nvGrpSpPr>
          <p:grpSpPr>
            <a:xfrm>
              <a:off x="228600" y="75240"/>
              <a:ext cx="339120" cy="77760"/>
              <a:chOff x="228600" y="75240"/>
              <a:chExt cx="339120" cy="77760"/>
            </a:xfrm>
          </p:grpSpPr>
          <p:sp>
            <p:nvSpPr>
              <p:cNvPr id="117" name="Google Shape;32;p4"/>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18" name="Google Shape;33;p4"/>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19" name="Google Shape;34;p4"/>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12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121" name="PlaceHolder 2"/>
          <p:cNvSpPr>
            <a:spLocks noGrp="1"/>
          </p:cNvSpPr>
          <p:nvPr>
            <p:ph type="body"/>
          </p:nvPr>
        </p:nvSpPr>
        <p:spPr>
          <a:xfrm>
            <a:off x="720000" y="1152360"/>
            <a:ext cx="7703640" cy="341604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Seventh Outline Level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grpSp>
        <p:nvGrpSpPr>
          <p:cNvPr id="122" name="Google Shape;38;p5"/>
          <p:cNvGrpSpPr/>
          <p:nvPr/>
        </p:nvGrpSpPr>
        <p:grpSpPr>
          <a:xfrm>
            <a:off x="0" y="0"/>
            <a:ext cx="9143640" cy="228240"/>
            <a:chOff x="0" y="0"/>
            <a:chExt cx="9143640" cy="228240"/>
          </a:xfrm>
        </p:grpSpPr>
        <p:sp>
          <p:nvSpPr>
            <p:cNvPr id="123" name="Google Shape;39;p5"/>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4" name="Google Shape;40;p5"/>
            <p:cNvGrpSpPr/>
            <p:nvPr/>
          </p:nvGrpSpPr>
          <p:grpSpPr>
            <a:xfrm>
              <a:off x="228600" y="75240"/>
              <a:ext cx="339120" cy="77760"/>
              <a:chOff x="228600" y="75240"/>
              <a:chExt cx="339120" cy="77760"/>
            </a:xfrm>
          </p:grpSpPr>
          <p:sp>
            <p:nvSpPr>
              <p:cNvPr id="125" name="Google Shape;41;p5"/>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26" name="Google Shape;42;p5"/>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27" name="Google Shape;43;p5"/>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128"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129" name="PlaceHolder 2"/>
          <p:cNvSpPr>
            <a:spLocks noGrp="1"/>
          </p:cNvSpPr>
          <p:nvPr>
            <p:ph type="body"/>
          </p:nvPr>
        </p:nvSpPr>
        <p:spPr>
          <a:xfrm>
            <a:off x="5319720" y="1351080"/>
            <a:ext cx="3595320" cy="3563640"/>
          </a:xfrm>
          <a:prstGeom prst="rect">
            <a:avLst/>
          </a:prstGeom>
          <a:noFill/>
          <a:ln w="0">
            <a:noFill/>
          </a:ln>
        </p:spPr>
        <p:txBody>
          <a:bodyPr lIns="90000" tIns="45000" rIns="90000" bIns="45000" anchor="t">
            <a:normAutofit fontScale="92500" lnSpcReduction="9999"/>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grpSp>
        <p:nvGrpSpPr>
          <p:cNvPr id="130" name="Google Shape;51;p6"/>
          <p:cNvGrpSpPr/>
          <p:nvPr/>
        </p:nvGrpSpPr>
        <p:grpSpPr>
          <a:xfrm>
            <a:off x="0" y="0"/>
            <a:ext cx="9143640" cy="228240"/>
            <a:chOff x="0" y="0"/>
            <a:chExt cx="9143640" cy="228240"/>
          </a:xfrm>
        </p:grpSpPr>
        <p:sp>
          <p:nvSpPr>
            <p:cNvPr id="131" name="Google Shape;52;p6"/>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32" name="Google Shape;53;p6"/>
            <p:cNvGrpSpPr/>
            <p:nvPr/>
          </p:nvGrpSpPr>
          <p:grpSpPr>
            <a:xfrm>
              <a:off x="228600" y="75240"/>
              <a:ext cx="339120" cy="77760"/>
              <a:chOff x="228600" y="75240"/>
              <a:chExt cx="339120" cy="77760"/>
            </a:xfrm>
          </p:grpSpPr>
          <p:sp>
            <p:nvSpPr>
              <p:cNvPr id="133" name="Google Shape;54;p6"/>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34" name="Google Shape;55;p6"/>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35" name="Google Shape;56;p6"/>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136"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grpSp>
        <p:nvGrpSpPr>
          <p:cNvPr id="137" name="Google Shape;59;p7"/>
          <p:cNvGrpSpPr/>
          <p:nvPr/>
        </p:nvGrpSpPr>
        <p:grpSpPr>
          <a:xfrm>
            <a:off x="0" y="0"/>
            <a:ext cx="9143640" cy="228240"/>
            <a:chOff x="0" y="0"/>
            <a:chExt cx="9143640" cy="228240"/>
          </a:xfrm>
        </p:grpSpPr>
        <p:sp>
          <p:nvSpPr>
            <p:cNvPr id="138" name="Google Shape;60;p7"/>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39" name="Google Shape;61;p7"/>
            <p:cNvGrpSpPr/>
            <p:nvPr/>
          </p:nvGrpSpPr>
          <p:grpSpPr>
            <a:xfrm>
              <a:off x="228600" y="75240"/>
              <a:ext cx="339120" cy="77760"/>
              <a:chOff x="228600" y="75240"/>
              <a:chExt cx="339120" cy="77760"/>
            </a:xfrm>
          </p:grpSpPr>
          <p:sp>
            <p:nvSpPr>
              <p:cNvPr id="140" name="Google Shape;62;p7"/>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41" name="Google Shape;63;p7"/>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42" name="Google Shape;64;p7"/>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143" name="PlaceHolder 1"/>
          <p:cNvSpPr>
            <a:spLocks noGrp="1"/>
          </p:cNvSpPr>
          <p:nvPr>
            <p:ph type="title"/>
          </p:nvPr>
        </p:nvSpPr>
        <p:spPr>
          <a:xfrm>
            <a:off x="228600" y="228600"/>
            <a:ext cx="3998160" cy="1445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144" name="PlaceHolder 2"/>
          <p:cNvSpPr>
            <a:spLocks noGrp="1"/>
          </p:cNvSpPr>
          <p:nvPr>
            <p:ph type="body"/>
          </p:nvPr>
        </p:nvSpPr>
        <p:spPr>
          <a:xfrm>
            <a:off x="1609560" y="2066040"/>
            <a:ext cx="3823920" cy="253224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Seventh Outline Level</a:t>
            </a:r>
          </a:p>
        </p:txBody>
      </p:sp>
      <p:sp>
        <p:nvSpPr>
          <p:cNvPr id="145" name="PlaceHolder 3"/>
          <p:cNvSpPr>
            <a:spLocks noGrp="1"/>
          </p:cNvSpPr>
          <p:nvPr>
            <p:ph type="body"/>
          </p:nvPr>
        </p:nvSpPr>
        <p:spPr>
          <a:xfrm>
            <a:off x="5715720" y="0"/>
            <a:ext cx="3427920" cy="5143320"/>
          </a:xfrm>
          <a:prstGeom prst="rect">
            <a:avLst/>
          </a:prstGeom>
          <a:noFill/>
          <a:ln w="0">
            <a:noFill/>
          </a:ln>
        </p:spPr>
        <p:txBody>
          <a:bodyPr lIns="90000" tIns="45000" rIns="90000" bIns="45000" anchor="t">
            <a:normAutofit lnSpcReduction="9999"/>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grpSp>
        <p:nvGrpSpPr>
          <p:cNvPr id="146" name="Google Shape;69;p8"/>
          <p:cNvGrpSpPr/>
          <p:nvPr/>
        </p:nvGrpSpPr>
        <p:grpSpPr>
          <a:xfrm>
            <a:off x="0" y="0"/>
            <a:ext cx="9143640" cy="228240"/>
            <a:chOff x="0" y="0"/>
            <a:chExt cx="9143640" cy="228240"/>
          </a:xfrm>
        </p:grpSpPr>
        <p:sp>
          <p:nvSpPr>
            <p:cNvPr id="147" name="Google Shape;70;p8"/>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48" name="Google Shape;71;p8"/>
            <p:cNvGrpSpPr/>
            <p:nvPr/>
          </p:nvGrpSpPr>
          <p:grpSpPr>
            <a:xfrm>
              <a:off x="228600" y="75240"/>
              <a:ext cx="339120" cy="77760"/>
              <a:chOff x="228600" y="75240"/>
              <a:chExt cx="339120" cy="77760"/>
            </a:xfrm>
          </p:grpSpPr>
          <p:sp>
            <p:nvSpPr>
              <p:cNvPr id="149" name="Google Shape;72;p8"/>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50" name="Google Shape;73;p8"/>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51" name="Google Shape;74;p8"/>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152" name="PlaceHolder 1"/>
          <p:cNvSpPr>
            <a:spLocks noGrp="1"/>
          </p:cNvSpPr>
          <p:nvPr>
            <p:ph type="title"/>
          </p:nvPr>
        </p:nvSpPr>
        <p:spPr>
          <a:xfrm>
            <a:off x="1388160" y="1307160"/>
            <a:ext cx="6367320" cy="252900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grpSp>
        <p:nvGrpSpPr>
          <p:cNvPr id="153" name="Google Shape;77;p9"/>
          <p:cNvGrpSpPr/>
          <p:nvPr/>
        </p:nvGrpSpPr>
        <p:grpSpPr>
          <a:xfrm>
            <a:off x="0" y="0"/>
            <a:ext cx="9143640" cy="228240"/>
            <a:chOff x="0" y="0"/>
            <a:chExt cx="9143640" cy="228240"/>
          </a:xfrm>
        </p:grpSpPr>
        <p:sp>
          <p:nvSpPr>
            <p:cNvPr id="154" name="Google Shape;78;p9"/>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55" name="Google Shape;79;p9"/>
            <p:cNvGrpSpPr/>
            <p:nvPr/>
          </p:nvGrpSpPr>
          <p:grpSpPr>
            <a:xfrm>
              <a:off x="228600" y="75240"/>
              <a:ext cx="339120" cy="77760"/>
              <a:chOff x="228600" y="75240"/>
              <a:chExt cx="339120" cy="77760"/>
            </a:xfrm>
          </p:grpSpPr>
          <p:sp>
            <p:nvSpPr>
              <p:cNvPr id="156" name="Google Shape;80;p9"/>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57" name="Google Shape;81;p9"/>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58" name="Google Shape;82;p9"/>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159"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160"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161" name="PlaceHolder 2"/>
          <p:cNvSpPr>
            <a:spLocks noGrp="1"/>
          </p:cNvSpPr>
          <p:nvPr>
            <p:ph type="title"/>
          </p:nvPr>
        </p:nvSpPr>
        <p:spPr>
          <a:xfrm>
            <a:off x="228600" y="4176000"/>
            <a:ext cx="2657520" cy="738720"/>
          </a:xfrm>
          <a:prstGeom prst="rect">
            <a:avLst/>
          </a:prstGeom>
          <a:solidFill>
            <a:schemeClr val="lt1"/>
          </a:solidFill>
          <a:ln w="0">
            <a:noFill/>
          </a:ln>
        </p:spPr>
        <p:txBody>
          <a:bodyPr lIns="91440" tIns="91440" rIns="91440" bIns="91440" anchor="t">
            <a:noAutofit/>
          </a:bodyPr>
          <a:lstStyle/>
          <a:p>
            <a:pPr indent="0">
              <a:buNone/>
            </a:pPr>
            <a:r>
              <a:rPr lang="fr-FR" sz="1800" b="0" u="none" strike="noStrike">
                <a:solidFill>
                  <a:schemeClr val="dk1"/>
                </a:solidFill>
                <a:effectLst/>
                <a:uFillTx/>
                <a:latin typeface="Arial"/>
              </a:rPr>
              <a:t>Click to edit the title text format</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162" name="Google Shape;241;p26"/>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63"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164" name="Google Shape;244;p27"/>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65"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166"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2.xml"/><Relationship Id="rId1"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0" r:id="rId1"/>
    <p:sldLayoutId id="2147483671"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PlaceHolder 1"/>
          <p:cNvSpPr>
            <a:spLocks noGrp="1"/>
          </p:cNvSpPr>
          <p:nvPr>
            <p:ph type="subTitle"/>
          </p:nvPr>
        </p:nvSpPr>
        <p:spPr>
          <a:xfrm>
            <a:off x="228600" y="4486320"/>
            <a:ext cx="3790440" cy="428400"/>
          </a:xfrm>
          <a:prstGeom prst="rect">
            <a:avLst/>
          </a:prstGeom>
          <a:solidFill>
            <a:schemeClr val="dk1"/>
          </a:solidFill>
          <a:ln w="0">
            <a:noFill/>
          </a:ln>
        </p:spPr>
        <p:txBody>
          <a:bodyPr lIns="91440" tIns="91440" rIns="91440" bIns="91440" anchor="t">
            <a:normAutofit/>
          </a:bodyPr>
          <a:lstStyle/>
          <a:p>
            <a:pPr>
              <a:lnSpc>
                <a:spcPct val="100000"/>
              </a:lnSpc>
              <a:tabLst>
                <a:tab pos="0" algn="l"/>
              </a:tabLst>
            </a:pPr>
            <a:r>
              <a:rPr lang="en-US" sz="1600" b="0" u="none" strike="noStrike">
                <a:solidFill>
                  <a:schemeClr val="lt1"/>
                </a:solidFill>
                <a:effectLst/>
                <a:uFillTx/>
                <a:latin typeface="Roboto"/>
                <a:ea typeface="Roboto"/>
              </a:rPr>
              <a:t>Manage Hospital Patients Efficiently</a:t>
            </a:r>
            <a:endParaRPr lang="en-US" sz="1600" b="0" u="none" strike="noStrike">
              <a:solidFill>
                <a:srgbClr val="000000"/>
              </a:solidFill>
              <a:effectLst/>
              <a:uFillTx/>
              <a:latin typeface="OpenSymbol"/>
            </a:endParaRPr>
          </a:p>
        </p:txBody>
      </p:sp>
      <p:sp>
        <p:nvSpPr>
          <p:cNvPr id="168" name="PlaceHolder 2"/>
          <p:cNvSpPr>
            <a:spLocks noGrp="1"/>
          </p:cNvSpPr>
          <p:nvPr>
            <p:ph type="title"/>
          </p:nvPr>
        </p:nvSpPr>
        <p:spPr>
          <a:xfrm>
            <a:off x="228600" y="1857240"/>
            <a:ext cx="5257440" cy="240012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7200" b="1" u="none" strike="noStrike">
                <a:solidFill>
                  <a:schemeClr val="dk1"/>
                </a:solidFill>
                <a:effectLst/>
                <a:uFillTx/>
                <a:latin typeface="Space Grotesk"/>
                <a:ea typeface="Space Grotesk"/>
              </a:rPr>
              <a:t>Patient Queue</a:t>
            </a:r>
            <a:endParaRPr lang="fr-FR" sz="7200" b="0" u="none" strike="noStrike">
              <a:solidFill>
                <a:schemeClr val="dk1"/>
              </a:solidFill>
              <a:effectLst/>
              <a:uFillTx/>
              <a:latin typeface="Arial"/>
            </a:endParaRPr>
          </a:p>
        </p:txBody>
      </p:sp>
      <p:cxnSp>
        <p:nvCxnSpPr>
          <p:cNvPr id="169" name="Google Shape;253;p28"/>
          <p:cNvCxnSpPr/>
          <p:nvPr/>
        </p:nvCxnSpPr>
        <p:spPr>
          <a:xfrm>
            <a:off x="0" y="457200"/>
            <a:ext cx="9144360" cy="360"/>
          </a:xfrm>
          <a:prstGeom prst="straightConnector1">
            <a:avLst/>
          </a:prstGeom>
          <a:ln w="9525">
            <a:solidFill>
              <a:srgbClr val="FFFFFF"/>
            </a:solidFill>
            <a:round/>
          </a:ln>
        </p:spPr>
      </p:cxnSp>
      <p:pic>
        <p:nvPicPr>
          <p:cNvPr id="170" name="Google Shape;254;p28"/>
          <p:cNvPicPr/>
          <p:nvPr/>
        </p:nvPicPr>
        <p:blipFill>
          <a:blip r:embed="rId2"/>
          <a:srcRect l="1858" r="1858"/>
          <a:stretch/>
        </p:blipFill>
        <p:spPr>
          <a:xfrm>
            <a:off x="6341040" y="1006920"/>
            <a:ext cx="2573640" cy="3907800"/>
          </a:xfrm>
          <a:prstGeom prst="rect">
            <a:avLst/>
          </a:prstGeom>
          <a:noFill/>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PlaceHolder 1"/>
          <p:cNvSpPr>
            <a:spLocks noGrp="1"/>
          </p:cNvSpPr>
          <p:nvPr>
            <p:ph type="title"/>
          </p:nvPr>
        </p:nvSpPr>
        <p:spPr>
          <a:xfrm>
            <a:off x="228600" y="866880"/>
            <a:ext cx="5562360" cy="15714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4500" b="1" u="none" strike="noStrike">
                <a:solidFill>
                  <a:schemeClr val="dk1"/>
                </a:solidFill>
                <a:effectLst/>
                <a:uFillTx/>
                <a:latin typeface="Space Grotesk"/>
                <a:ea typeface="Space Grotesk"/>
              </a:rPr>
              <a:t>Introduction</a:t>
            </a:r>
            <a:endParaRPr lang="fr-FR" sz="4500" b="0" u="none" strike="noStrike">
              <a:solidFill>
                <a:schemeClr val="dk1"/>
              </a:solidFill>
              <a:effectLst/>
              <a:uFillTx/>
              <a:latin typeface="Arial"/>
            </a:endParaRPr>
          </a:p>
        </p:txBody>
      </p:sp>
      <p:sp>
        <p:nvSpPr>
          <p:cNvPr id="177" name="PlaceHolder 2"/>
          <p:cNvSpPr>
            <a:spLocks noGrp="1"/>
          </p:cNvSpPr>
          <p:nvPr>
            <p:ph type="subTitle"/>
          </p:nvPr>
        </p:nvSpPr>
        <p:spPr>
          <a:xfrm>
            <a:off x="3352680" y="2657520"/>
            <a:ext cx="5562360" cy="1847520"/>
          </a:xfrm>
          <a:prstGeom prst="rect">
            <a:avLst/>
          </a:prstGeom>
          <a:noFill/>
          <a:ln w="0">
            <a:noFill/>
          </a:ln>
        </p:spPr>
        <p:txBody>
          <a:bodyPr lIns="91440" tIns="91440" rIns="91440" bIns="91440" anchor="t">
            <a:normAutofit/>
          </a:bodyPr>
          <a:lstStyle/>
          <a:p>
            <a:pPr indent="0" algn="r">
              <a:lnSpc>
                <a:spcPct val="150000"/>
              </a:lnSpc>
              <a:buNone/>
              <a:tabLst>
                <a:tab pos="0" algn="l"/>
              </a:tabLst>
            </a:pPr>
            <a:r>
              <a:rPr lang="en-US" sz="1200" b="0" u="none" strike="noStrike">
                <a:solidFill>
                  <a:schemeClr val="dk1"/>
                </a:solidFill>
                <a:effectLst/>
                <a:uFillTx/>
                <a:latin typeface="Roboto"/>
                <a:ea typeface="Roboto"/>
              </a:rPr>
              <a:t>This system is a friendly web tool designed to help hospitals manage patient flow using priority queues. It sorts patients by the urgency of their condition to ensure those needing urgent care get treated first. Users can admit, treat, search, and export patient data smoothly and effortlessly. It’s perfect for keeping busy hospital environments organized.</a:t>
            </a:r>
            <a:endParaRPr lang="en-US" sz="1200" b="0" u="none" strike="noStrike">
              <a:solidFill>
                <a:srgbClr val="FFFFFF"/>
              </a:solidFill>
              <a:effectLst/>
              <a:uFillTx/>
              <a:latin typeface="OpenSymbol"/>
            </a:endParaRPr>
          </a:p>
        </p:txBody>
      </p:sp>
      <p:cxnSp>
        <p:nvCxnSpPr>
          <p:cNvPr id="178" name="Google Shape;360;p33"/>
          <p:cNvCxnSpPr/>
          <p:nvPr/>
        </p:nvCxnSpPr>
        <p:spPr>
          <a:xfrm>
            <a:off x="0" y="457200"/>
            <a:ext cx="9144360" cy="360"/>
          </a:xfrm>
          <a:prstGeom prst="straightConnector1">
            <a:avLst/>
          </a:prstGeom>
          <a:ln w="9525">
            <a:solidFill>
              <a:srgbClr val="FFFFFF"/>
            </a:solidFill>
            <a:roun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3" name="Google Shape;345;p32"/>
          <p:cNvPicPr/>
          <p:nvPr/>
        </p:nvPicPr>
        <p:blipFill>
          <a:blip r:embed="rId2"/>
          <a:srcRect l="1858" r="1858"/>
          <a:stretch/>
        </p:blipFill>
        <p:spPr>
          <a:xfrm>
            <a:off x="228600" y="1006920"/>
            <a:ext cx="2573640" cy="3907800"/>
          </a:xfrm>
          <a:prstGeom prst="rect">
            <a:avLst/>
          </a:prstGeom>
          <a:noFill/>
          <a:ln w="0">
            <a:noFill/>
          </a:ln>
        </p:spPr>
      </p:pic>
      <p:sp>
        <p:nvSpPr>
          <p:cNvPr id="184" name="PlaceHolder 1"/>
          <p:cNvSpPr>
            <a:spLocks noGrp="1"/>
          </p:cNvSpPr>
          <p:nvPr>
            <p:ph type="title"/>
          </p:nvPr>
        </p:nvSpPr>
        <p:spPr>
          <a:xfrm>
            <a:off x="3906866" y="2585286"/>
            <a:ext cx="4962240" cy="2028600"/>
          </a:xfrm>
          <a:prstGeom prst="rect">
            <a:avLst/>
          </a:prstGeom>
          <a:noFill/>
          <a:ln w="0">
            <a:noFill/>
          </a:ln>
        </p:spPr>
        <p:txBody>
          <a:bodyPr lIns="91440" tIns="91440" rIns="91440" bIns="91440" anchor="ctr">
            <a:normAutofit fontScale="90000"/>
          </a:bodyPr>
          <a:lstStyle/>
          <a:p>
            <a:pPr indent="0" algn="r">
              <a:lnSpc>
                <a:spcPct val="100000"/>
              </a:lnSpc>
              <a:buNone/>
              <a:tabLst>
                <a:tab pos="0" algn="l"/>
              </a:tabLst>
            </a:pPr>
            <a:r>
              <a:rPr lang="en-US" sz="6000" b="1" u="none" strike="noStrike" dirty="0">
                <a:solidFill>
                  <a:schemeClr val="dk1"/>
                </a:solidFill>
                <a:effectLst/>
                <a:uFillTx/>
                <a:latin typeface="Space Grotesk"/>
                <a:ea typeface="Space Grotesk"/>
              </a:rPr>
              <a:t>Hospital Queue System Basics</a:t>
            </a:r>
            <a:endParaRPr lang="fr-FR" sz="6000" b="0" u="none" strike="noStrike" dirty="0">
              <a:solidFill>
                <a:schemeClr val="dk1"/>
              </a:solidFill>
              <a:effectLst/>
              <a:uFillTx/>
              <a:latin typeface="Arial"/>
            </a:endParaRPr>
          </a:p>
        </p:txBody>
      </p:sp>
      <p:sp>
        <p:nvSpPr>
          <p:cNvPr id="185" name="PlaceHolder 2"/>
          <p:cNvSpPr>
            <a:spLocks noGrp="1"/>
          </p:cNvSpPr>
          <p:nvPr>
            <p:ph type="title"/>
          </p:nvPr>
        </p:nvSpPr>
        <p:spPr>
          <a:xfrm>
            <a:off x="7648560" y="1196100"/>
            <a:ext cx="1266480" cy="1104480"/>
          </a:xfrm>
          <a:prstGeom prst="rect">
            <a:avLst/>
          </a:prstGeom>
          <a:solidFill>
            <a:schemeClr val="dk1"/>
          </a:solidFill>
          <a:ln w="0">
            <a:noFill/>
          </a:ln>
        </p:spPr>
        <p:txBody>
          <a:bodyPr lIns="91440" tIns="91440" rIns="91440" bIns="91440" anchor="ctr">
            <a:normAutofit/>
          </a:bodyPr>
          <a:lstStyle/>
          <a:p>
            <a:pPr indent="0" algn="r">
              <a:lnSpc>
                <a:spcPct val="100000"/>
              </a:lnSpc>
              <a:buNone/>
              <a:tabLst>
                <a:tab pos="0" algn="l"/>
              </a:tabLst>
            </a:pPr>
            <a:r>
              <a:rPr lang="en-US" sz="6000" b="0" u="none" strike="noStrike" dirty="0">
                <a:solidFill>
                  <a:schemeClr val="lt1"/>
                </a:solidFill>
                <a:effectLst/>
                <a:uFillTx/>
                <a:latin typeface="IBM Plex Mono SemiBold"/>
                <a:ea typeface="IBM Plex Mono SemiBold"/>
              </a:rPr>
              <a:t>01</a:t>
            </a:r>
            <a:endParaRPr lang="fr-FR" sz="6000" b="0" u="none" strike="noStrike" dirty="0">
              <a:solidFill>
                <a:schemeClr val="dk1"/>
              </a:solidFill>
              <a:effectLst/>
              <a:uFillTx/>
              <a:latin typeface="Arial"/>
            </a:endParaRPr>
          </a:p>
        </p:txBody>
      </p:sp>
      <p:cxnSp>
        <p:nvCxnSpPr>
          <p:cNvPr id="186" name="Google Shape;348;p32"/>
          <p:cNvCxnSpPr/>
          <p:nvPr/>
        </p:nvCxnSpPr>
        <p:spPr>
          <a:xfrm>
            <a:off x="0" y="457200"/>
            <a:ext cx="9144360" cy="360"/>
          </a:xfrm>
          <a:prstGeom prst="straightConnector1">
            <a:avLst/>
          </a:prstGeom>
          <a:ln w="9525">
            <a:solidFill>
              <a:srgbClr val="FFFFFF"/>
            </a:solidFill>
            <a:round/>
          </a:ln>
        </p:spPr>
      </p:cxnSp>
      <p:sp>
        <p:nvSpPr>
          <p:cNvPr id="189" name="Google Shape;351;p32"/>
          <p:cNvSpPr/>
          <p:nvPr/>
        </p:nvSpPr>
        <p:spPr>
          <a:xfrm>
            <a:off x="7863480" y="281520"/>
            <a:ext cx="1051560" cy="12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endParaRPr lang="en-US" sz="800" b="0" u="none" strike="noStrike" dirty="0">
              <a:solidFill>
                <a:srgbClr val="FFFFFF"/>
              </a:solidFill>
              <a:effectLst/>
              <a:uFillTx/>
              <a:latin typeface="OpenSymbol"/>
            </a:endParaRPr>
          </a:p>
        </p:txBody>
      </p:sp>
      <p:sp>
        <p:nvSpPr>
          <p:cNvPr id="191" name="Google Shape;353;p32"/>
          <p:cNvSpPr/>
          <p:nvPr/>
        </p:nvSpPr>
        <p:spPr>
          <a:xfrm rot="16200000">
            <a:off x="1629000" y="2238840"/>
            <a:ext cx="2580840" cy="123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tabLst>
                <a:tab pos="0" algn="l"/>
              </a:tabLst>
            </a:pPr>
            <a:endParaRPr lang="fr-FR" sz="1800" b="0" u="none" strike="noStrike">
              <a:solidFill>
                <a:schemeClr val="dk1"/>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PlaceHolder 1"/>
          <p:cNvSpPr>
            <a:spLocks noGrp="1"/>
          </p:cNvSpPr>
          <p:nvPr>
            <p:ph type="title"/>
          </p:nvPr>
        </p:nvSpPr>
        <p:spPr>
          <a:xfrm>
            <a:off x="219240" y="3362400"/>
            <a:ext cx="8695800" cy="64728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2600" b="1" u="none" strike="noStrike">
                <a:solidFill>
                  <a:schemeClr val="dk1"/>
                </a:solidFill>
                <a:effectLst/>
                <a:uFillTx/>
                <a:latin typeface="Space Grotesk"/>
                <a:ea typeface="Space Grotesk"/>
              </a:rPr>
              <a:t>What It Is and How It Works</a:t>
            </a:r>
            <a:endParaRPr lang="fr-FR" sz="2600" b="0" u="none" strike="noStrike">
              <a:solidFill>
                <a:schemeClr val="dk1"/>
              </a:solidFill>
              <a:effectLst/>
              <a:uFillTx/>
              <a:latin typeface="Arial"/>
            </a:endParaRPr>
          </a:p>
        </p:txBody>
      </p:sp>
      <p:pic>
        <p:nvPicPr>
          <p:cNvPr id="193" name="Google Shape;337;p31"/>
          <p:cNvPicPr/>
          <p:nvPr/>
        </p:nvPicPr>
        <p:blipFill>
          <a:blip r:embed="rId2"/>
          <a:srcRect t="18273" b="18273"/>
          <a:stretch/>
        </p:blipFill>
        <p:spPr>
          <a:xfrm>
            <a:off x="228600" y="632880"/>
            <a:ext cx="7299360" cy="2645640"/>
          </a:xfrm>
          <a:prstGeom prst="rect">
            <a:avLst/>
          </a:prstGeom>
          <a:noFill/>
          <a:ln w="0">
            <a:noFill/>
          </a:ln>
        </p:spPr>
      </p:pic>
      <p:sp>
        <p:nvSpPr>
          <p:cNvPr id="194" name="PlaceHolder 2"/>
          <p:cNvSpPr>
            <a:spLocks noGrp="1"/>
          </p:cNvSpPr>
          <p:nvPr>
            <p:ph type="subTitle"/>
          </p:nvPr>
        </p:nvSpPr>
        <p:spPr>
          <a:xfrm>
            <a:off x="219240" y="4010040"/>
            <a:ext cx="8695800" cy="742680"/>
          </a:xfrm>
          <a:prstGeom prst="rect">
            <a:avLst/>
          </a:prstGeom>
          <a:noFill/>
          <a:ln w="0">
            <a:noFill/>
          </a:ln>
        </p:spPr>
        <p:txBody>
          <a:bodyPr lIns="91440" tIns="91440" rIns="91440" bIns="91440" anchor="b">
            <a:normAutofit fontScale="77500" lnSpcReduction="20000"/>
          </a:bodyPr>
          <a:lstStyle/>
          <a:p>
            <a:pPr algn="r">
              <a:lnSpc>
                <a:spcPct val="150000"/>
              </a:lnSpc>
              <a:tabLst>
                <a:tab pos="0" algn="l"/>
              </a:tabLst>
            </a:pPr>
            <a:r>
              <a:rPr lang="en-US" sz="1200" b="0" u="none" strike="noStrike">
                <a:solidFill>
                  <a:schemeClr val="dk1"/>
                </a:solidFill>
                <a:effectLst/>
                <a:uFillTx/>
                <a:latin typeface="Roboto"/>
                <a:ea typeface="Roboto"/>
              </a:rPr>
              <a:t>The system is a web-based queue manager for hospitals. Patients are admitted with details like name, age, condition, and priority. Emergency patients enter a priority queue, while others join a regular queue. Doctors treat patients in the right order automatically, ensuring </a:t>
            </a:r>
            <a:r>
              <a:rPr lang="en-US" sz="1200" b="0" i="1" u="none" strike="noStrike">
                <a:solidFill>
                  <a:schemeClr val="dk1"/>
                </a:solidFill>
                <a:effectLst/>
                <a:uFillTx/>
                <a:latin typeface="Roboto"/>
                <a:ea typeface="Roboto"/>
              </a:rPr>
              <a:t>urgent cases</a:t>
            </a:r>
            <a:r>
              <a:rPr lang="en-US" sz="1200" b="0" u="none" strike="noStrike">
                <a:solidFill>
                  <a:schemeClr val="dk1"/>
                </a:solidFill>
                <a:effectLst/>
                <a:uFillTx/>
                <a:latin typeface="Roboto"/>
                <a:ea typeface="Roboto"/>
              </a:rPr>
              <a:t> get prompt attention. Treated patients are stored for easy searching and reporting.</a:t>
            </a:r>
            <a:endParaRPr lang="en-US" sz="1200" b="0" u="none" strike="noStrike">
              <a:solidFill>
                <a:srgbClr val="FFFFFF"/>
              </a:solidFill>
              <a:effectLst/>
              <a:uFillTx/>
              <a:latin typeface="OpenSymbol"/>
            </a:endParaRPr>
          </a:p>
        </p:txBody>
      </p:sp>
      <p:cxnSp>
        <p:nvCxnSpPr>
          <p:cNvPr id="195" name="Google Shape;339;p31"/>
          <p:cNvCxnSpPr/>
          <p:nvPr/>
        </p:nvCxnSpPr>
        <p:spPr>
          <a:xfrm>
            <a:off x="0" y="4010760"/>
            <a:ext cx="9144360" cy="360"/>
          </a:xfrm>
          <a:prstGeom prst="straightConnector1">
            <a:avLst/>
          </a:prstGeom>
          <a:ln w="9525">
            <a:solidFill>
              <a:srgbClr val="FFFFFF"/>
            </a:solidFill>
            <a:roun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PlaceHolder 1"/>
          <p:cNvSpPr>
            <a:spLocks noGrp="1"/>
          </p:cNvSpPr>
          <p:nvPr>
            <p:ph type="title"/>
          </p:nvPr>
        </p:nvSpPr>
        <p:spPr>
          <a:xfrm>
            <a:off x="228600" y="866880"/>
            <a:ext cx="5562360" cy="15714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4500" b="1" u="none" strike="noStrike">
                <a:solidFill>
                  <a:schemeClr val="dk1"/>
                </a:solidFill>
                <a:effectLst/>
                <a:uFillTx/>
                <a:latin typeface="Space Grotesk"/>
                <a:ea typeface="Space Grotesk"/>
              </a:rPr>
              <a:t>Priority Levels</a:t>
            </a:r>
            <a:endParaRPr lang="fr-FR" sz="4500" b="0" u="none" strike="noStrike">
              <a:solidFill>
                <a:schemeClr val="dk1"/>
              </a:solidFill>
              <a:effectLst/>
              <a:uFillTx/>
              <a:latin typeface="Arial"/>
            </a:endParaRPr>
          </a:p>
          <a:p>
            <a:pPr indent="0">
              <a:lnSpc>
                <a:spcPct val="100000"/>
              </a:lnSpc>
              <a:buNone/>
              <a:tabLst>
                <a:tab pos="0" algn="l"/>
              </a:tabLst>
            </a:pPr>
            <a:r>
              <a:rPr lang="en-US" sz="4500" b="1" u="none" strike="noStrike">
                <a:solidFill>
                  <a:schemeClr val="dk1"/>
                </a:solidFill>
                <a:effectLst/>
                <a:uFillTx/>
                <a:latin typeface="Space Grotesk"/>
                <a:ea typeface="Space Grotesk"/>
              </a:rPr>
              <a:t> Explained</a:t>
            </a:r>
            <a:endParaRPr lang="fr-FR" sz="4500" b="0" u="none" strike="noStrike">
              <a:solidFill>
                <a:schemeClr val="dk1"/>
              </a:solidFill>
              <a:effectLst/>
              <a:uFillTx/>
              <a:latin typeface="Arial"/>
            </a:endParaRPr>
          </a:p>
        </p:txBody>
      </p:sp>
      <p:sp>
        <p:nvSpPr>
          <p:cNvPr id="198" name="PlaceHolder 2"/>
          <p:cNvSpPr>
            <a:spLocks noGrp="1"/>
          </p:cNvSpPr>
          <p:nvPr>
            <p:ph type="subTitle"/>
          </p:nvPr>
        </p:nvSpPr>
        <p:spPr>
          <a:xfrm>
            <a:off x="3352680" y="2657520"/>
            <a:ext cx="5562360" cy="1847520"/>
          </a:xfrm>
          <a:prstGeom prst="rect">
            <a:avLst/>
          </a:prstGeom>
          <a:noFill/>
          <a:ln w="0">
            <a:noFill/>
          </a:ln>
        </p:spPr>
        <p:txBody>
          <a:bodyPr lIns="91440" tIns="91440" rIns="91440" bIns="91440" anchor="t">
            <a:normAutofit/>
          </a:bodyPr>
          <a:lstStyle/>
          <a:p>
            <a:pPr indent="0" algn="r">
              <a:lnSpc>
                <a:spcPct val="150000"/>
              </a:lnSpc>
              <a:buNone/>
              <a:tabLst>
                <a:tab pos="0" algn="l"/>
              </a:tabLst>
            </a:pPr>
            <a:r>
              <a:rPr lang="en-US" sz="1200" b="0" u="none" strike="noStrike">
                <a:solidFill>
                  <a:schemeClr val="dk1"/>
                </a:solidFill>
                <a:effectLst/>
                <a:uFillTx/>
                <a:latin typeface="Roboto"/>
                <a:ea typeface="Roboto"/>
              </a:rPr>
              <a:t>Patients are classified by three priority levels: </a:t>
            </a:r>
            <a:r>
              <a:rPr lang="en-US" sz="1200" b="1" u="none" strike="noStrike">
                <a:solidFill>
                  <a:schemeClr val="dk1"/>
                </a:solidFill>
                <a:effectLst/>
                <a:uFillTx/>
                <a:latin typeface="Roboto"/>
                <a:ea typeface="Roboto"/>
              </a:rPr>
              <a:t>Critical (Red)</a:t>
            </a:r>
            <a:r>
              <a:rPr lang="en-US" sz="1200" b="0" u="none" strike="noStrike">
                <a:solidFill>
                  <a:schemeClr val="dk1"/>
                </a:solidFill>
                <a:effectLst/>
                <a:uFillTx/>
                <a:latin typeface="Roboto"/>
                <a:ea typeface="Roboto"/>
              </a:rPr>
              <a:t> needs immediate care, </a:t>
            </a:r>
            <a:r>
              <a:rPr lang="en-US" sz="1200" b="1" u="none" strike="noStrike">
                <a:solidFill>
                  <a:schemeClr val="dk1"/>
                </a:solidFill>
                <a:effectLst/>
                <a:uFillTx/>
                <a:latin typeface="Roboto"/>
                <a:ea typeface="Roboto"/>
              </a:rPr>
              <a:t>Urgent (Yellow)</a:t>
            </a:r>
            <a:r>
              <a:rPr lang="en-US" sz="1200" b="0" u="none" strike="noStrike">
                <a:solidFill>
                  <a:schemeClr val="dk1"/>
                </a:solidFill>
                <a:effectLst/>
                <a:uFillTx/>
                <a:latin typeface="Roboto"/>
                <a:ea typeface="Roboto"/>
              </a:rPr>
              <a:t> requires quick attention, and </a:t>
            </a:r>
            <a:r>
              <a:rPr lang="en-US" sz="1200" b="1" u="none" strike="noStrike">
                <a:solidFill>
                  <a:schemeClr val="dk1"/>
                </a:solidFill>
                <a:effectLst/>
                <a:uFillTx/>
                <a:latin typeface="Roboto"/>
                <a:ea typeface="Roboto"/>
              </a:rPr>
              <a:t>Normal (Green)</a:t>
            </a:r>
            <a:r>
              <a:rPr lang="en-US" sz="1200" b="0" u="none" strike="noStrike">
                <a:solidFill>
                  <a:schemeClr val="dk1"/>
                </a:solidFill>
                <a:effectLst/>
                <a:uFillTx/>
                <a:latin typeface="Roboto"/>
                <a:ea typeface="Roboto"/>
              </a:rPr>
              <a:t> is routine. This color-coded system helps sort patients automatically, so urgent cases jump the line while routine ones wait their turn fairly. It’s a simple yet powerful way to manage hospital traffic.</a:t>
            </a:r>
            <a:endParaRPr lang="en-US" sz="1200" b="0" u="none" strike="noStrike">
              <a:solidFill>
                <a:srgbClr val="FFFFFF"/>
              </a:solidFill>
              <a:effectLst/>
              <a:uFillTx/>
              <a:latin typeface="OpenSymbol"/>
            </a:endParaRPr>
          </a:p>
        </p:txBody>
      </p:sp>
      <p:cxnSp>
        <p:nvCxnSpPr>
          <p:cNvPr id="199" name="Google Shape;360;p33"/>
          <p:cNvCxnSpPr/>
          <p:nvPr/>
        </p:nvCxnSpPr>
        <p:spPr>
          <a:xfrm>
            <a:off x="0" y="457200"/>
            <a:ext cx="9144360" cy="360"/>
          </a:xfrm>
          <a:prstGeom prst="straightConnector1">
            <a:avLst/>
          </a:prstGeom>
          <a:ln w="9525">
            <a:solidFill>
              <a:srgbClr val="FFFFFF"/>
            </a:solidFill>
            <a:round/>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PlaceHolder 1"/>
          <p:cNvSpPr>
            <a:spLocks noGrp="1"/>
          </p:cNvSpPr>
          <p:nvPr>
            <p:ph type="title"/>
          </p:nvPr>
        </p:nvSpPr>
        <p:spPr>
          <a:xfrm>
            <a:off x="228600" y="866880"/>
            <a:ext cx="5562360" cy="157140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US" sz="4500" b="1" u="none" strike="noStrike">
                <a:solidFill>
                  <a:schemeClr val="dk1"/>
                </a:solidFill>
                <a:effectLst/>
                <a:uFillTx/>
                <a:latin typeface="Space Grotesk"/>
                <a:ea typeface="Space Grotesk"/>
              </a:rPr>
              <a:t>Patient Admission and Treatment</a:t>
            </a:r>
            <a:endParaRPr lang="fr-FR" sz="4500" b="0" u="none" strike="noStrike">
              <a:solidFill>
                <a:schemeClr val="dk1"/>
              </a:solidFill>
              <a:effectLst/>
              <a:uFillTx/>
              <a:latin typeface="Arial"/>
            </a:endParaRPr>
          </a:p>
          <a:p>
            <a:pPr indent="0">
              <a:lnSpc>
                <a:spcPct val="100000"/>
              </a:lnSpc>
              <a:buNone/>
              <a:tabLst>
                <a:tab pos="0" algn="l"/>
              </a:tabLst>
            </a:pPr>
            <a:r>
              <a:rPr lang="en-US" sz="4500" b="1" u="none" strike="noStrike">
                <a:solidFill>
                  <a:schemeClr val="dk1"/>
                </a:solidFill>
                <a:effectLst/>
                <a:uFillTx/>
                <a:latin typeface="Space Grotesk"/>
                <a:ea typeface="Space Grotesk"/>
              </a:rPr>
              <a:t> Process</a:t>
            </a:r>
            <a:endParaRPr lang="fr-FR" sz="4500" b="0" u="none" strike="noStrike">
              <a:solidFill>
                <a:schemeClr val="dk1"/>
              </a:solidFill>
              <a:effectLst/>
              <a:uFillTx/>
              <a:latin typeface="Arial"/>
            </a:endParaRPr>
          </a:p>
        </p:txBody>
      </p:sp>
      <p:sp>
        <p:nvSpPr>
          <p:cNvPr id="205" name="PlaceHolder 2"/>
          <p:cNvSpPr>
            <a:spLocks noGrp="1"/>
          </p:cNvSpPr>
          <p:nvPr>
            <p:ph type="subTitle"/>
          </p:nvPr>
        </p:nvSpPr>
        <p:spPr>
          <a:xfrm>
            <a:off x="3352680" y="2657520"/>
            <a:ext cx="5562360" cy="1847520"/>
          </a:xfrm>
          <a:prstGeom prst="rect">
            <a:avLst/>
          </a:prstGeom>
          <a:noFill/>
          <a:ln w="0">
            <a:noFill/>
          </a:ln>
        </p:spPr>
        <p:txBody>
          <a:bodyPr lIns="91440" tIns="91440" rIns="91440" bIns="91440" anchor="t">
            <a:normAutofit/>
          </a:bodyPr>
          <a:lstStyle/>
          <a:p>
            <a:pPr indent="0" algn="r">
              <a:lnSpc>
                <a:spcPct val="150000"/>
              </a:lnSpc>
              <a:buNone/>
              <a:tabLst>
                <a:tab pos="0" algn="l"/>
              </a:tabLst>
            </a:pPr>
            <a:r>
              <a:rPr lang="en-US" sz="1200" b="0" u="none" strike="noStrike">
                <a:solidFill>
                  <a:schemeClr val="dk1"/>
                </a:solidFill>
                <a:effectLst/>
                <a:uFillTx/>
                <a:latin typeface="Roboto"/>
                <a:ea typeface="Roboto"/>
              </a:rPr>
              <a:t>Admitting a patient is easy: fill in their info, select a priority, and hit "Admit Patient." The system then sorts them into the right queue automatically. When it’s time to treat, clicking "Treat Next Patient" prioritizes emergency cases first, then normal queue patients. After treatment, patients are stored in the treated list for quick reference. It’s a smooth flow from arrival to care!</a:t>
            </a:r>
            <a:endParaRPr lang="en-US" sz="1200" b="0" u="none" strike="noStrike">
              <a:solidFill>
                <a:srgbClr val="FFFFFF"/>
              </a:solidFill>
              <a:effectLst/>
              <a:uFillTx/>
              <a:latin typeface="OpenSymbol"/>
            </a:endParaRPr>
          </a:p>
        </p:txBody>
      </p:sp>
      <p:cxnSp>
        <p:nvCxnSpPr>
          <p:cNvPr id="206" name="Google Shape;360;p33"/>
          <p:cNvCxnSpPr/>
          <p:nvPr/>
        </p:nvCxnSpPr>
        <p:spPr>
          <a:xfrm>
            <a:off x="0" y="457200"/>
            <a:ext cx="9144360" cy="360"/>
          </a:xfrm>
          <a:prstGeom prst="straightConnector1">
            <a:avLst/>
          </a:prstGeom>
          <a:ln w="9525">
            <a:solidFill>
              <a:srgbClr val="FFFFFF"/>
            </a:solidFill>
            <a:round/>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1" name="Google Shape;345;p32"/>
          <p:cNvPicPr/>
          <p:nvPr/>
        </p:nvPicPr>
        <p:blipFill>
          <a:blip r:embed="rId2"/>
          <a:srcRect l="1858" r="1858"/>
          <a:stretch/>
        </p:blipFill>
        <p:spPr>
          <a:xfrm>
            <a:off x="228600" y="1006920"/>
            <a:ext cx="2573640" cy="3907800"/>
          </a:xfrm>
          <a:prstGeom prst="rect">
            <a:avLst/>
          </a:prstGeom>
          <a:noFill/>
          <a:ln w="0">
            <a:noFill/>
          </a:ln>
        </p:spPr>
      </p:pic>
      <p:sp>
        <p:nvSpPr>
          <p:cNvPr id="212" name="PlaceHolder 1"/>
          <p:cNvSpPr>
            <a:spLocks noGrp="1"/>
          </p:cNvSpPr>
          <p:nvPr>
            <p:ph type="title"/>
          </p:nvPr>
        </p:nvSpPr>
        <p:spPr>
          <a:xfrm>
            <a:off x="3952800" y="2886120"/>
            <a:ext cx="4962240" cy="2028600"/>
          </a:xfrm>
          <a:prstGeom prst="rect">
            <a:avLst/>
          </a:prstGeom>
          <a:noFill/>
          <a:ln w="0">
            <a:noFill/>
          </a:ln>
        </p:spPr>
        <p:txBody>
          <a:bodyPr lIns="91440" tIns="91440" rIns="91440" bIns="91440" anchor="ctr">
            <a:normAutofit/>
          </a:bodyPr>
          <a:lstStyle/>
          <a:p>
            <a:pPr indent="0" algn="r">
              <a:lnSpc>
                <a:spcPct val="100000"/>
              </a:lnSpc>
              <a:buNone/>
              <a:tabLst>
                <a:tab pos="0" algn="l"/>
              </a:tabLst>
            </a:pPr>
            <a:r>
              <a:rPr lang="en-US" sz="6000" b="1" u="none" strike="noStrike">
                <a:solidFill>
                  <a:schemeClr val="dk1"/>
                </a:solidFill>
                <a:effectLst/>
                <a:uFillTx/>
                <a:latin typeface="Space Grotesk"/>
                <a:ea typeface="Space Grotesk"/>
              </a:rPr>
              <a:t>Data and Features</a:t>
            </a:r>
            <a:endParaRPr lang="fr-FR" sz="6000" b="0" u="none" strike="noStrike">
              <a:solidFill>
                <a:schemeClr val="dk1"/>
              </a:solidFill>
              <a:effectLst/>
              <a:uFillTx/>
              <a:latin typeface="Arial"/>
            </a:endParaRPr>
          </a:p>
        </p:txBody>
      </p:sp>
      <p:sp>
        <p:nvSpPr>
          <p:cNvPr id="213" name="PlaceHolder 2"/>
          <p:cNvSpPr>
            <a:spLocks noGrp="1"/>
          </p:cNvSpPr>
          <p:nvPr>
            <p:ph type="title"/>
          </p:nvPr>
        </p:nvSpPr>
        <p:spPr>
          <a:xfrm>
            <a:off x="7648560" y="1542960"/>
            <a:ext cx="1266480" cy="1104480"/>
          </a:xfrm>
          <a:prstGeom prst="rect">
            <a:avLst/>
          </a:prstGeom>
          <a:solidFill>
            <a:schemeClr val="dk1"/>
          </a:solidFill>
          <a:ln w="0">
            <a:noFill/>
          </a:ln>
        </p:spPr>
        <p:txBody>
          <a:bodyPr lIns="91440" tIns="91440" rIns="91440" bIns="91440" anchor="ctr">
            <a:normAutofit/>
          </a:bodyPr>
          <a:lstStyle/>
          <a:p>
            <a:pPr indent="0" algn="r">
              <a:lnSpc>
                <a:spcPct val="100000"/>
              </a:lnSpc>
              <a:buNone/>
              <a:tabLst>
                <a:tab pos="0" algn="l"/>
              </a:tabLst>
            </a:pPr>
            <a:r>
              <a:rPr lang="en-US" sz="6000" b="0" u="none" strike="noStrike">
                <a:solidFill>
                  <a:schemeClr val="lt1"/>
                </a:solidFill>
                <a:effectLst/>
                <a:uFillTx/>
                <a:latin typeface="IBM Plex Mono SemiBold"/>
                <a:ea typeface="IBM Plex Mono SemiBold"/>
              </a:rPr>
              <a:t>02</a:t>
            </a:r>
            <a:endParaRPr lang="fr-FR" sz="6000" b="0" u="none" strike="noStrike">
              <a:solidFill>
                <a:schemeClr val="dk1"/>
              </a:solidFill>
              <a:effectLst/>
              <a:uFillTx/>
              <a:latin typeface="Arial"/>
            </a:endParaRPr>
          </a:p>
        </p:txBody>
      </p:sp>
      <p:cxnSp>
        <p:nvCxnSpPr>
          <p:cNvPr id="214" name="Google Shape;348;p32"/>
          <p:cNvCxnSpPr/>
          <p:nvPr/>
        </p:nvCxnSpPr>
        <p:spPr>
          <a:xfrm>
            <a:off x="0" y="457200"/>
            <a:ext cx="9144360" cy="360"/>
          </a:xfrm>
          <a:prstGeom prst="straightConnector1">
            <a:avLst/>
          </a:prstGeom>
          <a:ln w="9525">
            <a:solidFill>
              <a:srgbClr val="FFFFFF"/>
            </a:solidFill>
            <a:round/>
          </a:ln>
        </p:spPr>
      </p:cxnSp>
      <p:sp>
        <p:nvSpPr>
          <p:cNvPr id="219" name="Google Shape;353;p32"/>
          <p:cNvSpPr/>
          <p:nvPr/>
        </p:nvSpPr>
        <p:spPr>
          <a:xfrm rot="16200000">
            <a:off x="1629000" y="2238840"/>
            <a:ext cx="2580840" cy="123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tabLst>
                <a:tab pos="0" algn="l"/>
              </a:tabLst>
            </a:pPr>
            <a:endParaRPr lang="fr-FR" sz="1800" b="0" u="none" strike="noStrike">
              <a:solidFill>
                <a:schemeClr val="dk1"/>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PlaceHolder 1"/>
          <p:cNvSpPr>
            <a:spLocks noGrp="1"/>
          </p:cNvSpPr>
          <p:nvPr>
            <p:ph type="title"/>
          </p:nvPr>
        </p:nvSpPr>
        <p:spPr>
          <a:xfrm>
            <a:off x="228600" y="866880"/>
            <a:ext cx="6135624" cy="157140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US" sz="4500" b="1" u="none" strike="noStrike" dirty="0">
                <a:solidFill>
                  <a:schemeClr val="dk1"/>
                </a:solidFill>
                <a:effectLst/>
                <a:uFillTx/>
                <a:latin typeface="Space Grotesk"/>
                <a:ea typeface="Space Grotesk"/>
              </a:rPr>
              <a:t>Data Structures Behind the</a:t>
            </a:r>
            <a:endParaRPr lang="fr-FR" sz="4500" b="0" u="none" strike="noStrike" dirty="0">
              <a:solidFill>
                <a:schemeClr val="dk1"/>
              </a:solidFill>
              <a:effectLst/>
              <a:uFillTx/>
              <a:latin typeface="Arial"/>
            </a:endParaRPr>
          </a:p>
          <a:p>
            <a:pPr indent="0">
              <a:lnSpc>
                <a:spcPct val="100000"/>
              </a:lnSpc>
              <a:buNone/>
              <a:tabLst>
                <a:tab pos="0" algn="l"/>
              </a:tabLst>
            </a:pPr>
            <a:r>
              <a:rPr lang="en-US" sz="4500" b="1" u="none" strike="noStrike" dirty="0">
                <a:solidFill>
                  <a:schemeClr val="dk1"/>
                </a:solidFill>
                <a:effectLst/>
                <a:uFillTx/>
                <a:latin typeface="Space Grotesk"/>
                <a:ea typeface="Space Grotesk"/>
              </a:rPr>
              <a:t> Scenes</a:t>
            </a:r>
            <a:endParaRPr lang="fr-FR" sz="4500" b="0" u="none" strike="noStrike" dirty="0">
              <a:solidFill>
                <a:schemeClr val="dk1"/>
              </a:solidFill>
              <a:effectLst/>
              <a:uFillTx/>
              <a:latin typeface="Arial"/>
            </a:endParaRPr>
          </a:p>
        </p:txBody>
      </p:sp>
      <p:sp>
        <p:nvSpPr>
          <p:cNvPr id="221" name="PlaceHolder 2"/>
          <p:cNvSpPr>
            <a:spLocks noGrp="1"/>
          </p:cNvSpPr>
          <p:nvPr>
            <p:ph type="subTitle"/>
          </p:nvPr>
        </p:nvSpPr>
        <p:spPr>
          <a:xfrm>
            <a:off x="3352680" y="2657520"/>
            <a:ext cx="5562360" cy="1847520"/>
          </a:xfrm>
          <a:prstGeom prst="rect">
            <a:avLst/>
          </a:prstGeom>
          <a:noFill/>
          <a:ln w="0">
            <a:noFill/>
          </a:ln>
        </p:spPr>
        <p:txBody>
          <a:bodyPr lIns="91440" tIns="91440" rIns="91440" bIns="91440" anchor="t">
            <a:normAutofit/>
          </a:bodyPr>
          <a:lstStyle/>
          <a:p>
            <a:pPr indent="0" algn="r">
              <a:lnSpc>
                <a:spcPct val="150000"/>
              </a:lnSpc>
              <a:buNone/>
              <a:tabLst>
                <a:tab pos="0" algn="l"/>
              </a:tabLst>
            </a:pPr>
            <a:r>
              <a:rPr lang="en-US" sz="1200" b="0" u="none" strike="noStrike">
                <a:solidFill>
                  <a:schemeClr val="dk1"/>
                </a:solidFill>
                <a:effectLst/>
                <a:uFillTx/>
                <a:latin typeface="Roboto"/>
                <a:ea typeface="Roboto"/>
              </a:rPr>
              <a:t>The system uses a </a:t>
            </a:r>
            <a:r>
              <a:rPr lang="en-US" sz="1200" b="1" u="none" strike="noStrike">
                <a:solidFill>
                  <a:schemeClr val="dk1"/>
                </a:solidFill>
                <a:effectLst/>
                <a:uFillTx/>
                <a:latin typeface="Roboto"/>
                <a:ea typeface="Roboto"/>
              </a:rPr>
              <a:t>priority queue (min-heap)</a:t>
            </a:r>
            <a:r>
              <a:rPr lang="en-US" sz="1200" b="0" u="none" strike="noStrike">
                <a:solidFill>
                  <a:schemeClr val="dk1"/>
                </a:solidFill>
                <a:effectLst/>
                <a:uFillTx/>
                <a:latin typeface="Roboto"/>
                <a:ea typeface="Roboto"/>
              </a:rPr>
              <a:t> for emergency patients, ensuring those with the most urgent needs are treated first. Normal patients wait in a </a:t>
            </a:r>
            <a:r>
              <a:rPr lang="en-US" sz="1200" b="1" u="none" strike="noStrike">
                <a:solidFill>
                  <a:schemeClr val="dk1"/>
                </a:solidFill>
                <a:effectLst/>
                <a:uFillTx/>
                <a:latin typeface="Roboto"/>
                <a:ea typeface="Roboto"/>
              </a:rPr>
              <a:t>regular FIFO queue</a:t>
            </a:r>
            <a:r>
              <a:rPr lang="en-US" sz="1200" b="0" u="none" strike="noStrike">
                <a:solidFill>
                  <a:schemeClr val="dk1"/>
                </a:solidFill>
                <a:effectLst/>
                <a:uFillTx/>
                <a:latin typeface="Roboto"/>
                <a:ea typeface="Roboto"/>
              </a:rPr>
              <a:t> for fair, first-come, first-served treatment. Treated patients are saved in an </a:t>
            </a:r>
            <a:r>
              <a:rPr lang="en-US" sz="1200" b="1" u="none" strike="noStrike">
                <a:solidFill>
                  <a:schemeClr val="dk1"/>
                </a:solidFill>
                <a:effectLst/>
                <a:uFillTx/>
                <a:latin typeface="Roboto"/>
                <a:ea typeface="Roboto"/>
              </a:rPr>
              <a:t>array</a:t>
            </a:r>
            <a:r>
              <a:rPr lang="en-US" sz="1200" b="0" u="none" strike="noStrike">
                <a:solidFill>
                  <a:schemeClr val="dk1"/>
                </a:solidFill>
                <a:effectLst/>
                <a:uFillTx/>
                <a:latin typeface="Roboto"/>
                <a:ea typeface="Roboto"/>
              </a:rPr>
              <a:t>, which allows fast searching, sorting, and exporting later on.</a:t>
            </a:r>
            <a:endParaRPr lang="en-US" sz="1200" b="0" u="none" strike="noStrike">
              <a:solidFill>
                <a:srgbClr val="FFFFFF"/>
              </a:solidFill>
              <a:effectLst/>
              <a:uFillTx/>
              <a:latin typeface="OpenSymbol"/>
            </a:endParaRPr>
          </a:p>
        </p:txBody>
      </p:sp>
      <p:cxnSp>
        <p:nvCxnSpPr>
          <p:cNvPr id="222" name="Google Shape;360;p33"/>
          <p:cNvCxnSpPr/>
          <p:nvPr/>
        </p:nvCxnSpPr>
        <p:spPr>
          <a:xfrm>
            <a:off x="0" y="457200"/>
            <a:ext cx="9144360" cy="360"/>
          </a:xfrm>
          <a:prstGeom prst="straightConnector1">
            <a:avLst/>
          </a:prstGeom>
          <a:ln w="9525">
            <a:solidFill>
              <a:srgbClr val="FFFFFF"/>
            </a:solidFill>
            <a:roun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PlaceHolder 1"/>
          <p:cNvSpPr>
            <a:spLocks noGrp="1"/>
          </p:cNvSpPr>
          <p:nvPr>
            <p:ph type="title"/>
          </p:nvPr>
        </p:nvSpPr>
        <p:spPr>
          <a:xfrm>
            <a:off x="228600" y="866880"/>
            <a:ext cx="5562360" cy="15714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4500" b="1" u="none" strike="noStrike">
                <a:solidFill>
                  <a:schemeClr val="dk1"/>
                </a:solidFill>
                <a:effectLst/>
                <a:uFillTx/>
                <a:latin typeface="Space Grotesk"/>
                <a:ea typeface="Space Grotesk"/>
              </a:rPr>
              <a:t>Key Functional</a:t>
            </a:r>
            <a:endParaRPr lang="fr-FR" sz="4500" b="0" u="none" strike="noStrike">
              <a:solidFill>
                <a:schemeClr val="dk1"/>
              </a:solidFill>
              <a:effectLst/>
              <a:uFillTx/>
              <a:latin typeface="Arial"/>
            </a:endParaRPr>
          </a:p>
          <a:p>
            <a:pPr indent="0">
              <a:lnSpc>
                <a:spcPct val="100000"/>
              </a:lnSpc>
              <a:buNone/>
              <a:tabLst>
                <a:tab pos="0" algn="l"/>
              </a:tabLst>
            </a:pPr>
            <a:r>
              <a:rPr lang="en-US" sz="4500" b="1" u="none" strike="noStrike">
                <a:solidFill>
                  <a:schemeClr val="dk1"/>
                </a:solidFill>
                <a:effectLst/>
                <a:uFillTx/>
                <a:latin typeface="Space Grotesk"/>
                <a:ea typeface="Space Grotesk"/>
              </a:rPr>
              <a:t> Features</a:t>
            </a:r>
            <a:endParaRPr lang="fr-FR" sz="4500" b="0" u="none" strike="noStrike">
              <a:solidFill>
                <a:schemeClr val="dk1"/>
              </a:solidFill>
              <a:effectLst/>
              <a:uFillTx/>
              <a:latin typeface="Arial"/>
            </a:endParaRPr>
          </a:p>
        </p:txBody>
      </p:sp>
      <p:sp>
        <p:nvSpPr>
          <p:cNvPr id="228" name="PlaceHolder 2"/>
          <p:cNvSpPr>
            <a:spLocks noGrp="1"/>
          </p:cNvSpPr>
          <p:nvPr>
            <p:ph type="subTitle"/>
          </p:nvPr>
        </p:nvSpPr>
        <p:spPr>
          <a:xfrm>
            <a:off x="3352680" y="2657520"/>
            <a:ext cx="5562360" cy="1847520"/>
          </a:xfrm>
          <a:prstGeom prst="rect">
            <a:avLst/>
          </a:prstGeom>
          <a:noFill/>
          <a:ln w="0">
            <a:noFill/>
          </a:ln>
        </p:spPr>
        <p:txBody>
          <a:bodyPr lIns="91440" tIns="91440" rIns="91440" bIns="91440" anchor="t">
            <a:normAutofit/>
          </a:bodyPr>
          <a:lstStyle/>
          <a:p>
            <a:pPr indent="0" algn="r">
              <a:lnSpc>
                <a:spcPct val="150000"/>
              </a:lnSpc>
              <a:buNone/>
              <a:tabLst>
                <a:tab pos="0" algn="l"/>
              </a:tabLst>
            </a:pPr>
            <a:r>
              <a:rPr lang="en-US" sz="1200" b="0" u="none" strike="noStrike">
                <a:solidFill>
                  <a:schemeClr val="dk1"/>
                </a:solidFill>
                <a:effectLst/>
                <a:uFillTx/>
                <a:latin typeface="Roboto"/>
                <a:ea typeface="Roboto"/>
              </a:rPr>
              <a:t>Admit patients with details and priority, manage separate queues, and treat patients in the correct order. You can search treated patients by ID instantly using binary search, sort records with bubble sort, and export all patient data for reporting. Plus, live stats keep you updated on queues and treatments in real time.</a:t>
            </a:r>
            <a:endParaRPr lang="en-US" sz="1200" b="0" u="none" strike="noStrike">
              <a:solidFill>
                <a:srgbClr val="FFFFFF"/>
              </a:solidFill>
              <a:effectLst/>
              <a:uFillTx/>
              <a:latin typeface="OpenSymbol"/>
            </a:endParaRPr>
          </a:p>
        </p:txBody>
      </p:sp>
      <p:cxnSp>
        <p:nvCxnSpPr>
          <p:cNvPr id="229" name="Google Shape;360;p33"/>
          <p:cNvCxnSpPr/>
          <p:nvPr/>
        </p:nvCxnSpPr>
        <p:spPr>
          <a:xfrm>
            <a:off x="0" y="457200"/>
            <a:ext cx="9144360" cy="360"/>
          </a:xfrm>
          <a:prstGeom prst="straightConnector1">
            <a:avLst/>
          </a:prstGeom>
          <a:ln w="9525">
            <a:solidFill>
              <a:srgbClr val="FFFFFF"/>
            </a:solidFill>
            <a:roun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PlaceHolder 1"/>
          <p:cNvSpPr>
            <a:spLocks noGrp="1"/>
          </p:cNvSpPr>
          <p:nvPr>
            <p:ph type="title"/>
          </p:nvPr>
        </p:nvSpPr>
        <p:spPr>
          <a:xfrm>
            <a:off x="219240" y="3362400"/>
            <a:ext cx="8695800" cy="64728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2600" b="1" u="none" strike="noStrike">
                <a:solidFill>
                  <a:schemeClr val="dk1"/>
                </a:solidFill>
                <a:effectLst/>
                <a:uFillTx/>
                <a:latin typeface="Space Grotesk"/>
                <a:ea typeface="Space Grotesk"/>
              </a:rPr>
              <a:t>Using and Navigating the System</a:t>
            </a:r>
            <a:endParaRPr lang="fr-FR" sz="2600" b="0" u="none" strike="noStrike">
              <a:solidFill>
                <a:schemeClr val="dk1"/>
              </a:solidFill>
              <a:effectLst/>
              <a:uFillTx/>
              <a:latin typeface="Arial"/>
            </a:endParaRPr>
          </a:p>
        </p:txBody>
      </p:sp>
      <p:pic>
        <p:nvPicPr>
          <p:cNvPr id="235" name="Google Shape;337;p31"/>
          <p:cNvPicPr/>
          <p:nvPr/>
        </p:nvPicPr>
        <p:blipFill>
          <a:blip r:embed="rId2"/>
          <a:srcRect t="18273" b="18273"/>
          <a:stretch/>
        </p:blipFill>
        <p:spPr>
          <a:xfrm>
            <a:off x="228600" y="632880"/>
            <a:ext cx="7299360" cy="2645640"/>
          </a:xfrm>
          <a:prstGeom prst="rect">
            <a:avLst/>
          </a:prstGeom>
          <a:noFill/>
          <a:ln w="0">
            <a:noFill/>
          </a:ln>
        </p:spPr>
      </p:pic>
      <p:sp>
        <p:nvSpPr>
          <p:cNvPr id="236" name="PlaceHolder 2"/>
          <p:cNvSpPr>
            <a:spLocks noGrp="1"/>
          </p:cNvSpPr>
          <p:nvPr>
            <p:ph type="subTitle"/>
          </p:nvPr>
        </p:nvSpPr>
        <p:spPr>
          <a:xfrm>
            <a:off x="219240" y="4010040"/>
            <a:ext cx="8695800" cy="742680"/>
          </a:xfrm>
          <a:prstGeom prst="rect">
            <a:avLst/>
          </a:prstGeom>
          <a:noFill/>
          <a:ln w="0">
            <a:noFill/>
          </a:ln>
        </p:spPr>
        <p:txBody>
          <a:bodyPr lIns="91440" tIns="91440" rIns="91440" bIns="91440" anchor="b">
            <a:normAutofit fontScale="77500" lnSpcReduction="20000"/>
          </a:bodyPr>
          <a:lstStyle/>
          <a:p>
            <a:pPr algn="r">
              <a:lnSpc>
                <a:spcPct val="150000"/>
              </a:lnSpc>
              <a:tabLst>
                <a:tab pos="0" algn="l"/>
              </a:tabLst>
            </a:pPr>
            <a:r>
              <a:rPr lang="en-US" sz="1200" b="0" u="none" strike="noStrike">
                <a:solidFill>
                  <a:schemeClr val="dk1"/>
                </a:solidFill>
                <a:effectLst/>
                <a:uFillTx/>
                <a:latin typeface="Roboto"/>
                <a:ea typeface="Roboto"/>
              </a:rPr>
              <a:t>Open the web file on any browser—no internet needed! Add patients via a simple form and process them with one click. Easily search by patient ID or sort treated lists as needed. When it’s time, export data with a single click for a comprehensive hospital report. It’s built to be clear and friendly on both desktop and mobile.</a:t>
            </a:r>
            <a:endParaRPr lang="en-US" sz="1200" b="0" u="none" strike="noStrike">
              <a:solidFill>
                <a:srgbClr val="FFFFFF"/>
              </a:solidFill>
              <a:effectLst/>
              <a:uFillTx/>
              <a:latin typeface="OpenSymbol"/>
            </a:endParaRPr>
          </a:p>
        </p:txBody>
      </p:sp>
      <p:cxnSp>
        <p:nvCxnSpPr>
          <p:cNvPr id="237" name="Google Shape;339;p31"/>
          <p:cNvCxnSpPr/>
          <p:nvPr/>
        </p:nvCxnSpPr>
        <p:spPr>
          <a:xfrm>
            <a:off x="0" y="4010760"/>
            <a:ext cx="9144360" cy="360"/>
          </a:xfrm>
          <a:prstGeom prst="straightConnector1">
            <a:avLst/>
          </a:prstGeom>
          <a:ln w="9525">
            <a:solidFill>
              <a:srgbClr val="FFFFFF"/>
            </a:solidFill>
            <a:roun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PlaceHolder 1"/>
          <p:cNvSpPr>
            <a:spLocks noGrp="1"/>
          </p:cNvSpPr>
          <p:nvPr>
            <p:ph type="title"/>
          </p:nvPr>
        </p:nvSpPr>
        <p:spPr>
          <a:xfrm>
            <a:off x="228600" y="866880"/>
            <a:ext cx="5562360" cy="15714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4500" b="1" u="none" strike="noStrike">
                <a:solidFill>
                  <a:schemeClr val="dk1"/>
                </a:solidFill>
                <a:effectLst/>
                <a:uFillTx/>
                <a:latin typeface="Space Grotesk"/>
                <a:ea typeface="Space Grotesk"/>
              </a:rPr>
              <a:t>Conclusions</a:t>
            </a:r>
            <a:endParaRPr lang="fr-FR" sz="4500" b="0" u="none" strike="noStrike">
              <a:solidFill>
                <a:schemeClr val="dk1"/>
              </a:solidFill>
              <a:effectLst/>
              <a:uFillTx/>
              <a:latin typeface="Arial"/>
            </a:endParaRPr>
          </a:p>
        </p:txBody>
      </p:sp>
      <p:sp>
        <p:nvSpPr>
          <p:cNvPr id="240" name="PlaceHolder 2"/>
          <p:cNvSpPr>
            <a:spLocks noGrp="1"/>
          </p:cNvSpPr>
          <p:nvPr>
            <p:ph type="subTitle"/>
          </p:nvPr>
        </p:nvSpPr>
        <p:spPr>
          <a:xfrm>
            <a:off x="3352680" y="2657520"/>
            <a:ext cx="5562360" cy="1847520"/>
          </a:xfrm>
          <a:prstGeom prst="rect">
            <a:avLst/>
          </a:prstGeom>
          <a:noFill/>
          <a:ln w="0">
            <a:noFill/>
          </a:ln>
        </p:spPr>
        <p:txBody>
          <a:bodyPr lIns="91440" tIns="91440" rIns="91440" bIns="91440" anchor="t">
            <a:normAutofit/>
          </a:bodyPr>
          <a:lstStyle/>
          <a:p>
            <a:pPr indent="0" algn="r">
              <a:lnSpc>
                <a:spcPct val="150000"/>
              </a:lnSpc>
              <a:buNone/>
              <a:tabLst>
                <a:tab pos="0" algn="l"/>
              </a:tabLst>
            </a:pPr>
            <a:r>
              <a:rPr lang="en-US" sz="1200" b="0" u="none" strike="noStrike">
                <a:solidFill>
                  <a:schemeClr val="dk1"/>
                </a:solidFill>
                <a:effectLst/>
                <a:uFillTx/>
                <a:latin typeface="Roboto"/>
                <a:ea typeface="Roboto"/>
              </a:rPr>
              <a:t>This hospital queue system makes managing patients quick and stress-free. Emergency cases get treated promptly, and others receive their fair turn. With easy admission, fast searching, and handy exports, it helps hospitals stay organized and efficient. Plus, real-time stats give instant insights, making daily operations smoother for everyone involved.</a:t>
            </a:r>
            <a:endParaRPr lang="en-US" sz="1200" b="0" u="none" strike="noStrike">
              <a:solidFill>
                <a:srgbClr val="FFFFFF"/>
              </a:solidFill>
              <a:effectLst/>
              <a:uFillTx/>
              <a:latin typeface="OpenSymbol"/>
            </a:endParaRPr>
          </a:p>
        </p:txBody>
      </p:sp>
      <p:cxnSp>
        <p:nvCxnSpPr>
          <p:cNvPr id="241" name="Google Shape;360;p33"/>
          <p:cNvCxnSpPr/>
          <p:nvPr/>
        </p:nvCxnSpPr>
        <p:spPr>
          <a:xfrm>
            <a:off x="0" y="457200"/>
            <a:ext cx="9144360" cy="360"/>
          </a:xfrm>
          <a:prstGeom prst="straightConnector1">
            <a:avLst/>
          </a:prstGeom>
          <a:ln w="9525">
            <a:solidFill>
              <a:srgbClr val="FFFFFF"/>
            </a:solidFill>
            <a:round/>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1" name="Google Shape;360;p33"/>
          <p:cNvCxnSpPr/>
          <p:nvPr/>
        </p:nvCxnSpPr>
        <p:spPr>
          <a:xfrm>
            <a:off x="0" y="457200"/>
            <a:ext cx="9144360" cy="360"/>
          </a:xfrm>
          <a:prstGeom prst="straightConnector1">
            <a:avLst/>
          </a:prstGeom>
          <a:ln w="9525">
            <a:solidFill>
              <a:srgbClr val="FFFFFF"/>
            </a:solidFill>
            <a:round/>
          </a:ln>
        </p:spPr>
      </p:cxnSp>
      <p:sp>
        <p:nvSpPr>
          <p:cNvPr id="9" name="PlaceHolder 1">
            <a:extLst>
              <a:ext uri="{FF2B5EF4-FFF2-40B4-BE49-F238E27FC236}">
                <a16:creationId xmlns:a16="http://schemas.microsoft.com/office/drawing/2014/main" id="{45785C5C-421F-47E7-B9E0-B9B00249D39E}"/>
              </a:ext>
            </a:extLst>
          </p:cNvPr>
          <p:cNvSpPr>
            <a:spLocks noGrp="1"/>
          </p:cNvSpPr>
          <p:nvPr>
            <p:ph type="title"/>
          </p:nvPr>
        </p:nvSpPr>
        <p:spPr>
          <a:xfrm>
            <a:off x="2295144" y="2058434"/>
            <a:ext cx="4553712" cy="1292662"/>
          </a:xfrm>
          <a:prstGeom prst="rect">
            <a:avLst/>
          </a:prstGeom>
          <a:noFill/>
          <a:ln w="0">
            <a:noFill/>
          </a:ln>
        </p:spPr>
        <p:txBody>
          <a:bodyPr wrap="square" lIns="91440" tIns="91440" rIns="91440" bIns="91440" anchor="b">
            <a:spAutoFit/>
          </a:bodyPr>
          <a:lstStyle/>
          <a:p>
            <a:pPr indent="0">
              <a:lnSpc>
                <a:spcPct val="100000"/>
              </a:lnSpc>
              <a:buNone/>
              <a:tabLst>
                <a:tab pos="0" algn="l"/>
              </a:tabLst>
            </a:pPr>
            <a:r>
              <a:rPr lang="en" sz="7200" b="1" u="none" strike="noStrike" dirty="0">
                <a:solidFill>
                  <a:schemeClr val="dk1"/>
                </a:solidFill>
                <a:effectLst/>
                <a:uFillTx/>
                <a:latin typeface="Space Grotesk"/>
                <a:ea typeface="Space Grotesk"/>
              </a:rPr>
              <a:t>Thank  you</a:t>
            </a:r>
            <a:endParaRPr lang="fr-FR" sz="7200" b="0" u="none" strike="noStrike" dirty="0">
              <a:solidFill>
                <a:schemeClr val="dk1"/>
              </a:solidFill>
              <a:effectLst/>
              <a:uFillTx/>
              <a:latin typeface="Arial"/>
            </a:endParaRPr>
          </a:p>
        </p:txBody>
      </p:sp>
    </p:spTree>
    <p:extLst>
      <p:ext uri="{BB962C8B-B14F-4D97-AF65-F5344CB8AC3E}">
        <p14:creationId xmlns:p14="http://schemas.microsoft.com/office/powerpoint/2010/main" val="1166188967"/>
      </p:ext>
    </p:extLst>
  </p:cSld>
  <p:clrMapOvr>
    <a:masterClrMapping/>
  </p:clrMapOvr>
</p:sld>
</file>

<file path=ppt/theme/theme1.xml><?xml version="1.0" encoding="utf-8"?>
<a:theme xmlns:a="http://schemas.openxmlformats.org/drawingml/2006/main" name="Mastering Code by Slidesgo">
  <a:themeElements>
    <a:clrScheme name="Simple Light">
      <a:dk1>
        <a:srgbClr val="FFFFFF"/>
      </a:dk1>
      <a:lt1>
        <a:srgbClr val="0A0E14"/>
      </a:lt1>
      <a:dk2>
        <a:srgbClr val="FFFFFF"/>
      </a:dk2>
      <a:lt2>
        <a:srgbClr val="00E8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Mastering Code by Slidesgo">
  <a:themeElements>
    <a:clrScheme name="Simple Light">
      <a:dk1>
        <a:srgbClr val="FFFFFF"/>
      </a:dk1>
      <a:lt1>
        <a:srgbClr val="0A0E14"/>
      </a:lt1>
      <a:dk2>
        <a:srgbClr val="FFFFFF"/>
      </a:dk2>
      <a:lt2>
        <a:srgbClr val="00E8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TotalTime>
  <Words>565</Words>
  <Application>Microsoft Office PowerPoint</Application>
  <PresentationFormat>On-screen Show (16:9)</PresentationFormat>
  <Paragraphs>27</Paragraphs>
  <Slides>12</Slides>
  <Notes>0</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12</vt:i4>
      </vt:variant>
    </vt:vector>
  </HeadingPairs>
  <TitlesOfParts>
    <vt:vector size="23" baseType="lpstr">
      <vt:lpstr>Arial</vt:lpstr>
      <vt:lpstr>IBM Plex Mono SemiBold</vt:lpstr>
      <vt:lpstr>OpenSymbol</vt:lpstr>
      <vt:lpstr>Roboto</vt:lpstr>
      <vt:lpstr>Space Grotesk</vt:lpstr>
      <vt:lpstr>Space Grotesk Medium</vt:lpstr>
      <vt:lpstr>Symbol</vt:lpstr>
      <vt:lpstr>Wingdings</vt:lpstr>
      <vt:lpstr>Mastering Code by Slidesgo</vt:lpstr>
      <vt:lpstr>Mastering Code by Slidesgo</vt:lpstr>
      <vt:lpstr>Slidesgo Final Pages</vt:lpstr>
      <vt:lpstr>Patient Queue</vt:lpstr>
      <vt:lpstr>Introduction</vt:lpstr>
      <vt:lpstr>Hospital Queue System Basics</vt:lpstr>
      <vt:lpstr>What It Is and How It Works</vt:lpstr>
      <vt:lpstr>Priority Levels  Explained</vt:lpstr>
      <vt:lpstr>Patient Admission and Treatment  Process</vt:lpstr>
      <vt:lpstr>Data and Features</vt:lpstr>
      <vt:lpstr>Data Structures Behind the  Scenes</vt:lpstr>
      <vt:lpstr>Key Functional  Features</vt:lpstr>
      <vt:lpstr>Using and Navigating the System</vt:lpstr>
      <vt:lpstr>Conclusions</vt:lpstr>
      <vt:lpstr>Thank  you</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Patient Queue</dc:title>
  <cp:lastModifiedBy>DELL</cp:lastModifiedBy>
  <cp:revision>2</cp:revision>
  <dcterms:modified xsi:type="dcterms:W3CDTF">2026-03-08T07:59:55Z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2025-12-30T04:00:15Z</dcterms:created>
  <dc:creator>Unknown Creator</dc:creator>
  <dc:description/>
  <dc:language>en-US</dc:language>
  <cp:lastModifiedBy>Unknown Creator</cp:lastModifiedBy>
  <dcterms:modified xsi:type="dcterms:W3CDTF">2025-12-30T04:00:15Z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